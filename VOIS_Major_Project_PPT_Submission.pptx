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notesSlides/notesSlide5.xml" ContentType="application/vnd.openxmlformats-officedocument.presentationml.notesSlide+xml"/>
  <Override PartName="/ppt/notesSlides/_rels/notesSlide5.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media/image1.jpeg" ContentType="image/jpeg"/>
  <Override PartName="/ppt/media/image3.png" ContentType="image/png"/>
  <Override PartName="/ppt/media/image2.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jpeg" ContentType="image/jpe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Lst>
  <p:notesMasterIdLst>
    <p:notesMasterId r:id="rId23"/>
  </p:notes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 id="270" r:id="rId38"/>
    <p:sldId id="271" r:id="rId39"/>
    <p:sldId id="272" r:id="rId40"/>
    <p:sldId id="273" r:id="rId4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notesMaster" Target="notesMasters/notesMaster1.xml"/><Relationship Id="rId24" Type="http://schemas.openxmlformats.org/officeDocument/2006/relationships/slide" Target="slides/slide1.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8" Type="http://schemas.openxmlformats.org/officeDocument/2006/relationships/slide" Target="slides/slide15.xml"/><Relationship Id="rId39" Type="http://schemas.openxmlformats.org/officeDocument/2006/relationships/slide" Target="slides/slide16.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Trebuchet MS"/>
              </a:rPr>
              <a:t>Click to move the slide</a:t>
            </a:r>
            <a:endParaRPr b="0" lang="en-US" sz="1800" spc="-1" strike="noStrike">
              <a:solidFill>
                <a:schemeClr val="dk1"/>
              </a:solidFill>
              <a:latin typeface="Trebuchet MS"/>
            </a:endParaRPr>
          </a:p>
        </p:txBody>
      </p:sp>
      <p:sp>
        <p:nvSpPr>
          <p:cNvPr id="44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44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447" name="PlaceHolder 4"/>
          <p:cNvSpPr>
            <a:spLocks noGrp="1"/>
          </p:cNvSpPr>
          <p:nvPr>
            <p:ph type="dt" idx="49"/>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448" name="PlaceHolder 5"/>
          <p:cNvSpPr>
            <a:spLocks noGrp="1"/>
          </p:cNvSpPr>
          <p:nvPr>
            <p:ph type="ftr" idx="50"/>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9" name="PlaceHolder 6"/>
          <p:cNvSpPr>
            <a:spLocks noGrp="1"/>
          </p:cNvSpPr>
          <p:nvPr>
            <p:ph type="sldNum" idx="51"/>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C628D349-2EFE-4BFE-9D72-9C971F1C5913}"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sldImg"/>
          </p:nvPr>
        </p:nvSpPr>
        <p:spPr>
          <a:xfrm>
            <a:off x="685800" y="1143000"/>
            <a:ext cx="5486040" cy="3085920"/>
          </a:xfrm>
          <a:prstGeom prst="rect">
            <a:avLst/>
          </a:prstGeom>
          <a:ln w="0">
            <a:noFill/>
          </a:ln>
        </p:spPr>
      </p:sp>
      <p:sp>
        <p:nvSpPr>
          <p:cNvPr id="5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540"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2722EC3-B48B-4F86-8A90-F2CF20890151}"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0" name="PlaceHolder 2"/>
          <p:cNvSpPr>
            <a:spLocks noGrp="1"/>
          </p:cNvSpPr>
          <p:nvPr>
            <p:ph type="subTitle"/>
          </p:nvPr>
        </p:nvSpPr>
        <p:spPr>
          <a:xfrm>
            <a:off x="5353560" y="2511720"/>
            <a:ext cx="1484640" cy="13676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2BF8C5E-45B9-4B79-BB0D-361439769F50}"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919377C-92D6-47E0-9D4D-1CFADE2CBF0C}"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965271D1-F35B-46D1-A73B-A94E24446BBA}"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948D25E0-5814-4751-B42D-DF11E56D7AC4}" type="slidenum">
              <a:t>&lt;#&gt;</a:t>
            </a:fld>
          </a:p>
        </p:txBody>
      </p:sp>
      <p:sp>
        <p:nvSpPr>
          <p:cNvPr id="4" name="PlaceHolder 3"/>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3296F3D-0E11-421F-9071-67964E28BB36}"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A824F4FB-CDDF-41EE-AD83-5633ADFDE760}" type="slidenum">
              <a:t>&lt;#&gt;</a:t>
            </a:fld>
          </a:p>
        </p:txBody>
      </p:sp>
      <p:sp>
        <p:nvSpPr>
          <p:cNvPr id="4" name="PlaceHolder 3"/>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E532A40C-8F17-4189-8D87-4BE171A4B785}"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B48ADEB0-EADE-4888-950E-F30FDFD4C5D0}" type="slidenum">
              <a:t>&lt;#&gt;</a:t>
            </a:fld>
          </a:p>
        </p:txBody>
      </p:sp>
      <p:sp>
        <p:nvSpPr>
          <p:cNvPr id="4" name="PlaceHolder 3"/>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52" name="PlaceHolder 2"/>
          <p:cNvSpPr>
            <a:spLocks noGrp="1"/>
          </p:cNvSpPr>
          <p:nvPr>
            <p:ph/>
          </p:nvPr>
        </p:nvSpPr>
        <p:spPr>
          <a:xfrm>
            <a:off x="5353560" y="2555640"/>
            <a:ext cx="1484640" cy="127980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5B36435C-E43A-40B3-A201-21B31AE990F3}" type="slidenum">
              <a:t>&lt;#&gt;</a:t>
            </a:fld>
          </a:p>
        </p:txBody>
      </p:sp>
      <p:sp>
        <p:nvSpPr>
          <p:cNvPr id="6" name="PlaceHolder 5"/>
          <p:cNvSpPr>
            <a:spLocks noGrp="1"/>
          </p:cNvSpPr>
          <p:nvPr>
            <p:ph type="dt" idx="25"/>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am">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6DBD0BBB-66BD-4431-B00C-3090523CF80A}" type="slidenum">
              <a:t>&lt;#&gt;</a:t>
            </a:fld>
          </a:p>
        </p:txBody>
      </p:sp>
      <p:sp>
        <p:nvSpPr>
          <p:cNvPr id="4" name="PlaceHolder 3"/>
          <p:cNvSpPr>
            <a:spLocks noGrp="1"/>
          </p:cNvSpPr>
          <p:nvPr>
            <p:ph type="dt" idx="28"/>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3"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44"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5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345"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5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32"/>
          </p:nvPr>
        </p:nvSpPr>
        <p:spPr/>
        <p:txBody>
          <a:bodyPr/>
          <a:p>
            <a:r>
              <a:t>Footer</a:t>
            </a:r>
          </a:p>
        </p:txBody>
      </p:sp>
      <p:sp>
        <p:nvSpPr>
          <p:cNvPr id="6" name="PlaceHolder 5"/>
          <p:cNvSpPr>
            <a:spLocks noGrp="1"/>
          </p:cNvSpPr>
          <p:nvPr>
            <p:ph type="sldNum" idx="33"/>
          </p:nvPr>
        </p:nvSpPr>
        <p:spPr/>
        <p:txBody>
          <a:bodyPr/>
          <a:p>
            <a:fld id="{8A23E75A-F8F3-4CA3-89D0-A94CE900F8DE}" type="slidenum">
              <a:t>&lt;#&gt;</a:t>
            </a:fld>
          </a:p>
        </p:txBody>
      </p:sp>
      <p:sp>
        <p:nvSpPr>
          <p:cNvPr id="7" name="PlaceHolder 6"/>
          <p:cNvSpPr>
            <a:spLocks noGrp="1"/>
          </p:cNvSpPr>
          <p:nvPr>
            <p:ph type="dt" idx="31"/>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B2EF6AE6-BF33-466C-A198-B97F3150A458}" type="slidenum">
              <a:t>&lt;#&gt;</a:t>
            </a:fld>
          </a:p>
        </p:txBody>
      </p:sp>
      <p:sp>
        <p:nvSpPr>
          <p:cNvPr id="4" name="PlaceHolder 3"/>
          <p:cNvSpPr>
            <a:spLocks noGrp="1"/>
          </p:cNvSpPr>
          <p:nvPr>
            <p:ph type="dt" idx="3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6"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 name="PlaceHolder 2"/>
          <p:cNvSpPr>
            <a:spLocks noGrp="1"/>
          </p:cNvSpPr>
          <p:nvPr>
            <p:ph type="ftr" idx="38"/>
          </p:nvPr>
        </p:nvSpPr>
        <p:spPr/>
        <p:txBody>
          <a:bodyPr/>
          <a:p>
            <a:r>
              <a:t>Footer</a:t>
            </a:r>
          </a:p>
        </p:txBody>
      </p:sp>
      <p:sp>
        <p:nvSpPr>
          <p:cNvPr id="4" name="PlaceHolder 3"/>
          <p:cNvSpPr>
            <a:spLocks noGrp="1"/>
          </p:cNvSpPr>
          <p:nvPr>
            <p:ph type="sldNum" idx="39"/>
          </p:nvPr>
        </p:nvSpPr>
        <p:spPr/>
        <p:txBody>
          <a:bodyPr/>
          <a:p>
            <a:fld id="{F4068CBB-E483-4BF8-ADC1-00FBA686D2BE}" type="slidenum">
              <a:t>&lt;#&gt;</a:t>
            </a:fld>
          </a:p>
        </p:txBody>
      </p:sp>
      <p:sp>
        <p:nvSpPr>
          <p:cNvPr id="5" name="PlaceHolder 4"/>
          <p:cNvSpPr>
            <a:spLocks noGrp="1"/>
          </p:cNvSpPr>
          <p:nvPr>
            <p:ph type="dt" idx="37"/>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p>
            <a:r>
              <a:t>Footer</a:t>
            </a:r>
          </a:p>
        </p:txBody>
      </p:sp>
      <p:sp>
        <p:nvSpPr>
          <p:cNvPr id="3" name="PlaceHolder 2"/>
          <p:cNvSpPr>
            <a:spLocks noGrp="1"/>
          </p:cNvSpPr>
          <p:nvPr>
            <p:ph type="sldNum" idx="42"/>
          </p:nvPr>
        </p:nvSpPr>
        <p:spPr/>
        <p:txBody>
          <a:bodyPr/>
          <a:p>
            <a:fld id="{5FDFDA1B-F186-44EF-A249-D8EE992C0AD2}" type="slidenum">
              <a:t>&lt;#&gt;</a:t>
            </a:fld>
          </a:p>
        </p:txBody>
      </p:sp>
      <p:sp>
        <p:nvSpPr>
          <p:cNvPr id="4" name="PlaceHolder 3"/>
          <p:cNvSpPr>
            <a:spLocks noGrp="1"/>
          </p:cNvSpPr>
          <p:nvPr>
            <p:ph type="dt" idx="40"/>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BC2E2E2E-E930-4426-B688-65E1AD564661}" type="slidenum">
              <a:t>&lt;#&gt;</a:t>
            </a:fld>
          </a:p>
        </p:txBody>
      </p:sp>
      <p:sp>
        <p:nvSpPr>
          <p:cNvPr id="4" name="PlaceHolder 3"/>
          <p:cNvSpPr>
            <a:spLocks noGrp="1"/>
          </p:cNvSpPr>
          <p:nvPr>
            <p:ph type="dt" idx="43"/>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383DCD6E-0FEE-4B2A-8AB7-D2B7DF6F60E1}" type="slidenum">
              <a:t>&lt;#&gt;</a:t>
            </a:fld>
          </a:p>
        </p:txBody>
      </p:sp>
      <p:sp>
        <p:nvSpPr>
          <p:cNvPr id="4" name="PlaceHolder 3"/>
          <p:cNvSpPr>
            <a:spLocks noGrp="1"/>
          </p:cNvSpPr>
          <p:nvPr>
            <p:ph type="dt" idx="48"/>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0" name="Group 43"/>
          <p:cNvGrpSpPr/>
          <p:nvPr/>
        </p:nvGrpSpPr>
        <p:grpSpPr>
          <a:xfrm>
            <a:off x="0" y="-8640"/>
            <a:ext cx="12191760" cy="6866640"/>
            <a:chOff x="0" y="-8640"/>
            <a:chExt cx="12191760" cy="6866640"/>
          </a:xfrm>
        </p:grpSpPr>
        <p:cxnSp>
          <p:nvCxnSpPr>
            <p:cNvPr id="1"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9"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0"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1"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1E286EEC-074B-4F40-9220-C5434FDB5939}"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12"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13"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F08FFC6-7ACF-4C5D-A9A2-3D7A3B9FF900}"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grpSp>
        <p:nvGrpSpPr>
          <p:cNvPr id="14" name="Group 15"/>
          <p:cNvGrpSpPr/>
          <p:nvPr/>
        </p:nvGrpSpPr>
        <p:grpSpPr>
          <a:xfrm>
            <a:off x="0" y="-8640"/>
            <a:ext cx="12191760" cy="6866640"/>
            <a:chOff x="0" y="-8640"/>
            <a:chExt cx="12191760" cy="6866640"/>
          </a:xfrm>
        </p:grpSpPr>
        <p:sp>
          <p:nvSpPr>
            <p:cNvPr id="15" name="Freeform 14"/>
            <p:cNvSpPr/>
            <p:nvPr/>
          </p:nvSpPr>
          <p:spPr>
            <a:xfrm>
              <a:off x="0" y="-7920"/>
              <a:ext cx="863280" cy="5697720"/>
            </a:xfrm>
            <a:custGeom>
              <a:avLst/>
              <a:gdLst>
                <a:gd name="textAreaLeft" fmla="*/ 0 w 863280"/>
                <a:gd name="textAreaRight" fmla="*/ 863640 w 863280"/>
                <a:gd name="textAreaTop" fmla="*/ 0 h 5697720"/>
                <a:gd name="textAreaBottom" fmla="*/ 5698080 h 5697720"/>
              </a:gdLst>
              <a:ah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cxnSp>
          <p:nvCxnSpPr>
            <p:cNvPr id="16" name="Straight Connector 18"/>
            <p:cNvCxnSpPr/>
            <p:nvPr/>
          </p:nvCxnSpPr>
          <p:spPr>
            <a:xfrm>
              <a:off x="9370800" y="0"/>
              <a:ext cx="1219680" cy="6858360"/>
            </a:xfrm>
            <a:prstGeom prst="straightConnector1">
              <a:avLst/>
            </a:prstGeom>
            <a:ln cap="rnd" w="9525">
              <a:solidFill>
                <a:srgbClr val="5fcbef">
                  <a:alpha val="70000"/>
                </a:srgbClr>
              </a:solidFill>
              <a:round/>
            </a:ln>
          </p:spPr>
        </p:cxnSp>
        <p:cxnSp>
          <p:nvCxnSpPr>
            <p:cNvPr id="17" name="Straight Connector 19"/>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0" name="Isosceles Triangle 22"/>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4" name="Isosceles Triangle 26"/>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5" name="PlaceHolder 1"/>
          <p:cNvSpPr>
            <a:spLocks noGrp="1"/>
          </p:cNvSpPr>
          <p:nvPr>
            <p:ph type="title"/>
          </p:nvPr>
        </p:nvSpPr>
        <p:spPr>
          <a:xfrm>
            <a:off x="1506960" y="2404440"/>
            <a:ext cx="7766640" cy="1645920"/>
          </a:xfrm>
          <a:prstGeom prst="rect">
            <a:avLst/>
          </a:prstGeom>
          <a:noFill/>
          <a:ln w="0">
            <a:noFill/>
          </a:ln>
        </p:spPr>
        <p:txBody>
          <a:bodyPr lIns="91440" rIns="91440" tIns="45720" bIns="45720" anchor="b">
            <a:noAutofit/>
          </a:bodyPr>
          <a:p>
            <a:pPr indent="0" algn="r" defTabSz="457200">
              <a:lnSpc>
                <a:spcPct val="100000"/>
              </a:lnSpc>
              <a:buNone/>
            </a:pPr>
            <a:r>
              <a:rPr b="0" lang="en-US" sz="5400" spc="-1" strike="noStrike">
                <a:solidFill>
                  <a:schemeClr val="accent1"/>
                </a:solidFill>
                <a:latin typeface="Trebuchet MS"/>
              </a:rPr>
              <a:t>Click to edit Master title style</a:t>
            </a:r>
            <a:endParaRPr b="0" lang="en-US" sz="5400" spc="-1" strike="noStrike">
              <a:solidFill>
                <a:schemeClr val="dk1"/>
              </a:solidFill>
              <a:latin typeface="Trebuchet MS"/>
            </a:endParaRPr>
          </a:p>
        </p:txBody>
      </p:sp>
      <p:sp>
        <p:nvSpPr>
          <p:cNvPr id="26" name="PlaceHolder 2"/>
          <p:cNvSpPr>
            <a:spLocks noGrp="1"/>
          </p:cNvSpPr>
          <p:nvPr>
            <p:ph type="dt" idx="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27" name="PlaceHolder 3"/>
          <p:cNvSpPr>
            <a:spLocks noGrp="1"/>
          </p:cNvSpPr>
          <p:nvPr>
            <p:ph type="ftr" idx="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8" name="PlaceHolder 4"/>
          <p:cNvSpPr>
            <a:spLocks noGrp="1"/>
          </p:cNvSpPr>
          <p:nvPr>
            <p:ph type="sldNum" idx="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7A9AD06A-BBD0-4843-B82C-CEDD44B733FC}"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1" name="Group 43"/>
          <p:cNvGrpSpPr/>
          <p:nvPr/>
        </p:nvGrpSpPr>
        <p:grpSpPr>
          <a:xfrm>
            <a:off x="0" y="-8640"/>
            <a:ext cx="12191760" cy="6866640"/>
            <a:chOff x="0" y="-8640"/>
            <a:chExt cx="12191760" cy="6866640"/>
          </a:xfrm>
        </p:grpSpPr>
        <p:cxnSp>
          <p:nvCxnSpPr>
            <p:cNvPr id="3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4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F60E2A25-7EAB-43B3-9220-25245A10409C}"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4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4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50080A45-6116-4140-9FE4-1D1BED1B3CD4}"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45" name="PlaceHolder 1"/>
          <p:cNvSpPr>
            <a:spLocks noGrp="1"/>
          </p:cNvSpPr>
          <p:nvPr>
            <p:ph type="title"/>
          </p:nvPr>
        </p:nvSpPr>
        <p:spPr>
          <a:xfrm>
            <a:off x="677160" y="609480"/>
            <a:ext cx="8596440" cy="340308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46" name="PlaceHolder 2"/>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47" name="PlaceHolder 3"/>
          <p:cNvSpPr>
            <a:spLocks noGrp="1"/>
          </p:cNvSpPr>
          <p:nvPr>
            <p:ph type="dt" idx="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48" name="PlaceHolder 4"/>
          <p:cNvSpPr>
            <a:spLocks noGrp="1"/>
          </p:cNvSpPr>
          <p:nvPr>
            <p:ph type="ftr" idx="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9" name="PlaceHolder 5"/>
          <p:cNvSpPr>
            <a:spLocks noGrp="1"/>
          </p:cNvSpPr>
          <p:nvPr>
            <p:ph type="sldNum" idx="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1013DB47-5B64-4CB0-922F-150FE3D7D962}"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50" name="Group 43"/>
          <p:cNvGrpSpPr/>
          <p:nvPr/>
        </p:nvGrpSpPr>
        <p:grpSpPr>
          <a:xfrm>
            <a:off x="0" y="-8640"/>
            <a:ext cx="12191760" cy="6866640"/>
            <a:chOff x="0" y="-8640"/>
            <a:chExt cx="12191760" cy="6866640"/>
          </a:xfrm>
        </p:grpSpPr>
        <p:cxnSp>
          <p:nvCxnSpPr>
            <p:cNvPr id="51"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52"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5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5"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9"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60"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61"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405A4B52-CF85-454D-9558-AC95CD321D5D}"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62"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63"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553549E0-1EA0-46E8-B377-9D0C39EBEACA}"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64"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65" name="PlaceHolder 2"/>
          <p:cNvSpPr>
            <a:spLocks noGrp="1"/>
          </p:cNvSpPr>
          <p:nvPr>
            <p:ph type="body"/>
          </p:nvPr>
        </p:nvSpPr>
        <p:spPr>
          <a:xfrm>
            <a:off x="1366200" y="3632040"/>
            <a:ext cx="722412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pc="-1" strike="noStrike">
                <a:solidFill>
                  <a:schemeClr val="dk1">
                    <a:lumMod val="50000"/>
                    <a:lumOff val="50000"/>
                  </a:schemeClr>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66" name="PlaceHolder 3"/>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67" name="PlaceHolder 4"/>
          <p:cNvSpPr>
            <a:spLocks noGrp="1"/>
          </p:cNvSpPr>
          <p:nvPr>
            <p:ph type="dt" idx="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68" name="PlaceHolder 5"/>
          <p:cNvSpPr>
            <a:spLocks noGrp="1"/>
          </p:cNvSpPr>
          <p:nvPr>
            <p:ph type="ftr" idx="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9" name="PlaceHolder 6"/>
          <p:cNvSpPr>
            <a:spLocks noGrp="1"/>
          </p:cNvSpPr>
          <p:nvPr>
            <p:ph type="sldNum" idx="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90A9B00-CAA0-4B08-AB96-E3F0981F89A1}"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
        <p:nvSpPr>
          <p:cNvPr id="70"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
        <p:nvSpPr>
          <p:cNvPr id="71"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72" name="Group 43"/>
          <p:cNvGrpSpPr/>
          <p:nvPr/>
        </p:nvGrpSpPr>
        <p:grpSpPr>
          <a:xfrm>
            <a:off x="0" y="-8640"/>
            <a:ext cx="12191760" cy="6866640"/>
            <a:chOff x="0" y="-8640"/>
            <a:chExt cx="12191760" cy="6866640"/>
          </a:xfrm>
        </p:grpSpPr>
        <p:cxnSp>
          <p:nvCxnSpPr>
            <p:cNvPr id="7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7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7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7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7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7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7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8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8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8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8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4717207-1EA0-44B7-BE92-16ACA3363A6C}"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8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8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D4AAAB0F-4B2C-4149-B94B-386E834E402B}"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86" name="PlaceHolder 1"/>
          <p:cNvSpPr>
            <a:spLocks noGrp="1"/>
          </p:cNvSpPr>
          <p:nvPr>
            <p:ph type="title"/>
          </p:nvPr>
        </p:nvSpPr>
        <p:spPr>
          <a:xfrm>
            <a:off x="677160" y="1932120"/>
            <a:ext cx="8596440" cy="2595240"/>
          </a:xfrm>
          <a:prstGeom prst="rect">
            <a:avLst/>
          </a:prstGeom>
          <a:noFill/>
          <a:ln w="0">
            <a:noFill/>
          </a:ln>
        </p:spPr>
        <p:txBody>
          <a:bodyPr lIns="91440" rIns="91440" tIns="45720" bIns="45720" anchor="b">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87" name="PlaceHolder 2"/>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88" name="PlaceHolder 3"/>
          <p:cNvSpPr>
            <a:spLocks noGrp="1"/>
          </p:cNvSpPr>
          <p:nvPr>
            <p:ph type="dt" idx="1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89" name="PlaceHolder 4"/>
          <p:cNvSpPr>
            <a:spLocks noGrp="1"/>
          </p:cNvSpPr>
          <p:nvPr>
            <p:ph type="ftr" idx="1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90" name="PlaceHolder 5"/>
          <p:cNvSpPr>
            <a:spLocks noGrp="1"/>
          </p:cNvSpPr>
          <p:nvPr>
            <p:ph type="sldNum" idx="1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018F386-3DCA-4D7D-B939-44A42F7CEF63}"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91" name="Group 43"/>
          <p:cNvGrpSpPr/>
          <p:nvPr/>
        </p:nvGrpSpPr>
        <p:grpSpPr>
          <a:xfrm>
            <a:off x="0" y="-8640"/>
            <a:ext cx="12191760" cy="6866640"/>
            <a:chOff x="0" y="-8640"/>
            <a:chExt cx="12191760" cy="6866640"/>
          </a:xfrm>
        </p:grpSpPr>
        <p:cxnSp>
          <p:nvCxnSpPr>
            <p:cNvPr id="9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9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9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9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9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9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9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9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0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0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0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5CF89A8B-C84F-42D7-AE52-984059575338}"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10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10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E966AEC-9CB3-43C0-99A2-3E9B2E4EA348}"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105"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106"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107"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108" name="PlaceHolder 4"/>
          <p:cNvSpPr>
            <a:spLocks noGrp="1"/>
          </p:cNvSpPr>
          <p:nvPr>
            <p:ph type="dt" idx="1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09" name="PlaceHolder 5"/>
          <p:cNvSpPr>
            <a:spLocks noGrp="1"/>
          </p:cNvSpPr>
          <p:nvPr>
            <p:ph type="ftr" idx="1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0" name="PlaceHolder 6"/>
          <p:cNvSpPr>
            <a:spLocks noGrp="1"/>
          </p:cNvSpPr>
          <p:nvPr>
            <p:ph type="sldNum" idx="1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5812E4ED-1837-4EA5-8A35-FEAA363522EF}"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
        <p:nvSpPr>
          <p:cNvPr id="111"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
        <p:nvSpPr>
          <p:cNvPr id="112"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IN"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13" name="Group 43"/>
          <p:cNvGrpSpPr/>
          <p:nvPr/>
        </p:nvGrpSpPr>
        <p:grpSpPr>
          <a:xfrm>
            <a:off x="0" y="-8640"/>
            <a:ext cx="12191760" cy="6866640"/>
            <a:chOff x="0" y="-8640"/>
            <a:chExt cx="12191760" cy="6866640"/>
          </a:xfrm>
        </p:grpSpPr>
        <p:cxnSp>
          <p:nvCxnSpPr>
            <p:cNvPr id="11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1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1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1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1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1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2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2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2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2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2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D439BEF8-17E8-4153-972A-205813D71673}"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12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12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71C93C5F-4721-4AA1-961B-A3AC41582BA4}"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127" name="PlaceHolder 1"/>
          <p:cNvSpPr>
            <a:spLocks noGrp="1"/>
          </p:cNvSpPr>
          <p:nvPr>
            <p:ph type="title"/>
          </p:nvPr>
        </p:nvSpPr>
        <p:spPr>
          <a:xfrm>
            <a:off x="685800" y="609480"/>
            <a:ext cx="858780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128"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129"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130" name="PlaceHolder 4"/>
          <p:cNvSpPr>
            <a:spLocks noGrp="1"/>
          </p:cNvSpPr>
          <p:nvPr>
            <p:ph type="dt" idx="16"/>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31" name="PlaceHolder 5"/>
          <p:cNvSpPr>
            <a:spLocks noGrp="1"/>
          </p:cNvSpPr>
          <p:nvPr>
            <p:ph type="ftr" idx="17"/>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32" name="PlaceHolder 6"/>
          <p:cNvSpPr>
            <a:spLocks noGrp="1"/>
          </p:cNvSpPr>
          <p:nvPr>
            <p:ph type="sldNum" idx="18"/>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A0C7843-8A3B-4F1F-BDA1-E44F3DFD5116}"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33" name="Group 43"/>
          <p:cNvGrpSpPr/>
          <p:nvPr/>
        </p:nvGrpSpPr>
        <p:grpSpPr>
          <a:xfrm>
            <a:off x="0" y="-8640"/>
            <a:ext cx="12191760" cy="6866640"/>
            <a:chOff x="0" y="-8640"/>
            <a:chExt cx="12191760" cy="6866640"/>
          </a:xfrm>
        </p:grpSpPr>
        <p:cxnSp>
          <p:nvCxnSpPr>
            <p:cNvPr id="13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3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3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3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3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3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4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4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4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4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4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22AEB970-3CA2-42DE-85CB-ACE75D5CFA0E}"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14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14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7713FD4-A82D-46C7-BFAE-498AF31768F6}"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14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48"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49" name="PlaceHolder 3"/>
          <p:cNvSpPr>
            <a:spLocks noGrp="1"/>
          </p:cNvSpPr>
          <p:nvPr>
            <p:ph type="dt" idx="19"/>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50" name="PlaceHolder 4"/>
          <p:cNvSpPr>
            <a:spLocks noGrp="1"/>
          </p:cNvSpPr>
          <p:nvPr>
            <p:ph type="ftr" idx="20"/>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51" name="PlaceHolder 5"/>
          <p:cNvSpPr>
            <a:spLocks noGrp="1"/>
          </p:cNvSpPr>
          <p:nvPr>
            <p:ph type="sldNum" idx="21"/>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9F3C960D-A0B9-4B46-9B2E-8F2098ED8D15}"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52" name="Group 43"/>
          <p:cNvGrpSpPr/>
          <p:nvPr/>
        </p:nvGrpSpPr>
        <p:grpSpPr>
          <a:xfrm>
            <a:off x="0" y="-8640"/>
            <a:ext cx="12191760" cy="6866640"/>
            <a:chOff x="0" y="-8640"/>
            <a:chExt cx="12191760" cy="6866640"/>
          </a:xfrm>
        </p:grpSpPr>
        <p:cxnSp>
          <p:nvCxnSpPr>
            <p:cNvPr id="15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5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5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5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5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5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5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6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6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6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6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FAE7FD2-3DEB-4100-9D1D-0BE6280D534C}"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16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16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ADA3B82A-3D27-46B8-9799-805A0856B340}"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166" name="PlaceHolder 1"/>
          <p:cNvSpPr>
            <a:spLocks noGrp="1"/>
          </p:cNvSpPr>
          <p:nvPr>
            <p:ph type="title"/>
          </p:nvPr>
        </p:nvSpPr>
        <p:spPr>
          <a:xfrm>
            <a:off x="7967520" y="609480"/>
            <a:ext cx="1304280" cy="5250960"/>
          </a:xfrm>
          <a:prstGeom prst="rect">
            <a:avLst/>
          </a:prstGeom>
          <a:noFill/>
          <a:ln w="0">
            <a:noFill/>
          </a:ln>
        </p:spPr>
        <p:txBody>
          <a:bodyPr lIns="91440" rIns="91440" tIns="45720" bIns="45720" anchor="ctr" vert="eaVe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67" name="PlaceHolder 2"/>
          <p:cNvSpPr>
            <a:spLocks noGrp="1"/>
          </p:cNvSpPr>
          <p:nvPr>
            <p:ph type="body"/>
          </p:nvPr>
        </p:nvSpPr>
        <p:spPr>
          <a:xfrm>
            <a:off x="677160" y="609480"/>
            <a:ext cx="7059960" cy="52509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68" name="PlaceHolder 3"/>
          <p:cNvSpPr>
            <a:spLocks noGrp="1"/>
          </p:cNvSpPr>
          <p:nvPr>
            <p:ph type="dt" idx="22"/>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169" name="PlaceHolder 4"/>
          <p:cNvSpPr>
            <a:spLocks noGrp="1"/>
          </p:cNvSpPr>
          <p:nvPr>
            <p:ph type="ftr" idx="23"/>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70" name="PlaceHolder 5"/>
          <p:cNvSpPr>
            <a:spLocks noGrp="1"/>
          </p:cNvSpPr>
          <p:nvPr>
            <p:ph type="sldNum" idx="24"/>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640D9770-1D85-48D0-BE76-4472539464CE}"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71" name="Group 43"/>
          <p:cNvGrpSpPr/>
          <p:nvPr/>
        </p:nvGrpSpPr>
        <p:grpSpPr>
          <a:xfrm>
            <a:off x="0" y="-8640"/>
            <a:ext cx="12191760" cy="6866640"/>
            <a:chOff x="0" y="-8640"/>
            <a:chExt cx="12191760" cy="6866640"/>
          </a:xfrm>
        </p:grpSpPr>
        <p:cxnSp>
          <p:nvCxnSpPr>
            <p:cNvPr id="17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7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7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8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8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18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E99F4E33-08B6-42B1-AD61-F0D04C7BA81C}"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18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18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00BC9108-A573-41AB-B829-1AD580EC4CB8}"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185" name="PlaceHolder 1"/>
          <p:cNvSpPr>
            <a:spLocks noGrp="1"/>
          </p:cNvSpPr>
          <p:nvPr>
            <p:ph type="body"/>
          </p:nvPr>
        </p:nvSpPr>
        <p:spPr>
          <a:xfrm>
            <a:off x="6312960" y="4142160"/>
            <a:ext cx="4220640" cy="86112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a:p>
            <a:pPr marL="743040" indent="-28584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Second level</a:t>
            </a:r>
            <a:endParaRPr b="0" lang="en-US" sz="2000" spc="-1" strike="noStrike">
              <a:solidFill>
                <a:schemeClr val="dk1">
                  <a:lumMod val="75000"/>
                  <a:lumOff val="25000"/>
                </a:schemeClr>
              </a:solidFill>
              <a:latin typeface="Trebuchet MS"/>
            </a:endParaRPr>
          </a:p>
        </p:txBody>
      </p:sp>
      <p:sp>
        <p:nvSpPr>
          <p:cNvPr id="186" name="Hexagon 14"/>
          <p:cNvSpPr/>
          <p:nvPr/>
        </p:nvSpPr>
        <p:spPr>
          <a:xfrm>
            <a:off x="740160" y="1382760"/>
            <a:ext cx="1229040" cy="105948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87" name="Hexagon 15"/>
          <p:cNvSpPr/>
          <p:nvPr/>
        </p:nvSpPr>
        <p:spPr>
          <a:xfrm>
            <a:off x="3755160" y="1194480"/>
            <a:ext cx="1665720" cy="1436040"/>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88" name="Hexagon 16"/>
          <p:cNvSpPr/>
          <p:nvPr/>
        </p:nvSpPr>
        <p:spPr>
          <a:xfrm>
            <a:off x="3804840" y="5233320"/>
            <a:ext cx="717840" cy="618840"/>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89" name="Hexagon 17"/>
          <p:cNvSpPr/>
          <p:nvPr/>
        </p:nvSpPr>
        <p:spPr>
          <a:xfrm>
            <a:off x="1837800" y="1101240"/>
            <a:ext cx="651240" cy="561240"/>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90" name="PlaceHolder 2"/>
          <p:cNvSpPr>
            <a:spLocks noGrp="1"/>
          </p:cNvSpPr>
          <p:nvPr>
            <p:ph type="body"/>
          </p:nvPr>
        </p:nvSpPr>
        <p:spPr>
          <a:xfrm>
            <a:off x="1571400" y="1914120"/>
            <a:ext cx="3993120" cy="361764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191" name="PlaceHolder 3"/>
          <p:cNvSpPr>
            <a:spLocks noGrp="1"/>
          </p:cNvSpPr>
          <p:nvPr>
            <p:ph type="title"/>
          </p:nvPr>
        </p:nvSpPr>
        <p:spPr>
          <a:xfrm>
            <a:off x="6312960" y="2050560"/>
            <a:ext cx="4998240" cy="1748520"/>
          </a:xfrm>
          <a:prstGeom prst="rect">
            <a:avLst/>
          </a:prstGeom>
          <a:noFill/>
          <a:ln w="0">
            <a:noFill/>
          </a:ln>
        </p:spPr>
        <p:txBody>
          <a:bodyPr lIns="91440" rIns="91440" tIns="45720" bIns="45720" anchor="t">
            <a:noAutofit/>
          </a:bodyPr>
          <a:p>
            <a:pPr indent="0" defTabSz="457200">
              <a:lnSpc>
                <a:spcPct val="100000"/>
              </a:lnSpc>
              <a:buNone/>
            </a:pPr>
            <a:r>
              <a:rPr b="0" lang="en-US" sz="2800" spc="-1" strike="noStrike">
                <a:solidFill>
                  <a:schemeClr val="dk1"/>
                </a:solidFill>
                <a:latin typeface="Trebuchet MS"/>
              </a:rPr>
              <a:t>Click to edit Master title style</a:t>
            </a:r>
            <a:endParaRPr b="0" lang="en-US" sz="2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92" name="Group 43"/>
          <p:cNvGrpSpPr/>
          <p:nvPr/>
        </p:nvGrpSpPr>
        <p:grpSpPr>
          <a:xfrm>
            <a:off x="0" y="-8640"/>
            <a:ext cx="12191760" cy="6866640"/>
            <a:chOff x="0" y="-8640"/>
            <a:chExt cx="12191760" cy="6866640"/>
          </a:xfrm>
        </p:grpSpPr>
        <p:cxnSp>
          <p:nvCxnSpPr>
            <p:cNvPr id="19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9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9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9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9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9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9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0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0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0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0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9A8E9D5A-A834-4303-BF3C-6D1623C6B50A}"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20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20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63219DE1-B87F-4E25-9260-37CE54B8ED5C}"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206" name="Oval 9"/>
          <p:cNvSpPr/>
          <p:nvPr/>
        </p:nvSpPr>
        <p:spPr>
          <a:xfrm>
            <a:off x="7362720" y="443160"/>
            <a:ext cx="361440" cy="36144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accent5"/>
              </a:solidFill>
              <a:latin typeface="Trebuchet MS"/>
            </a:endParaRPr>
          </a:p>
        </p:txBody>
      </p:sp>
      <p:sp>
        <p:nvSpPr>
          <p:cNvPr id="207" name="Oval 13"/>
          <p:cNvSpPr/>
          <p:nvPr/>
        </p:nvSpPr>
        <p:spPr>
          <a:xfrm>
            <a:off x="11007360" y="5605920"/>
            <a:ext cx="653760" cy="653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accent5"/>
              </a:solidFill>
              <a:latin typeface="Trebuchet MS"/>
            </a:endParaRPr>
          </a:p>
        </p:txBody>
      </p:sp>
      <p:sp>
        <p:nvSpPr>
          <p:cNvPr id="208" name="Oval 15"/>
          <p:cNvSpPr/>
          <p:nvPr/>
        </p:nvSpPr>
        <p:spPr>
          <a:xfrm>
            <a:off x="10683720" y="6132600"/>
            <a:ext cx="250920" cy="25092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accent5"/>
              </a:solidFill>
              <a:latin typeface="Trebuchet MS"/>
            </a:endParaRPr>
          </a:p>
        </p:txBody>
      </p:sp>
      <p:sp>
        <p:nvSpPr>
          <p:cNvPr id="209" name="PlaceHolder 1"/>
          <p:cNvSpPr>
            <a:spLocks noGrp="1"/>
          </p:cNvSpPr>
          <p:nvPr>
            <p:ph type="body"/>
          </p:nvPr>
        </p:nvSpPr>
        <p:spPr>
          <a:xfrm>
            <a:off x="5733360" y="624240"/>
            <a:ext cx="5855400" cy="563112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10" name="PlaceHolder 2"/>
          <p:cNvSpPr>
            <a:spLocks noGrp="1"/>
          </p:cNvSpPr>
          <p:nvPr>
            <p:ph type="body"/>
          </p:nvPr>
        </p:nvSpPr>
        <p:spPr>
          <a:xfrm>
            <a:off x="660240" y="2044800"/>
            <a:ext cx="4274640" cy="3560400"/>
          </a:xfrm>
          <a:prstGeom prst="rect">
            <a:avLst/>
          </a:prstGeom>
          <a:noFill/>
          <a:ln w="0">
            <a:noFill/>
          </a:ln>
        </p:spPr>
        <p:txBody>
          <a:bodyPr lIns="91440" rIns="91440" tIns="45720" bIns="45720" anchor="t">
            <a:noAutofit/>
          </a:bodyPr>
          <a:p>
            <a:pPr marL="343080" indent="-343080" defTabSz="457200">
              <a:lnSpc>
                <a:spcPct val="15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11" name="PlaceHolder 3"/>
          <p:cNvSpPr>
            <a:spLocks noGrp="1"/>
          </p:cNvSpPr>
          <p:nvPr>
            <p:ph type="title"/>
          </p:nvPr>
        </p:nvSpPr>
        <p:spPr>
          <a:xfrm>
            <a:off x="660240" y="805320"/>
            <a:ext cx="4274640" cy="830520"/>
          </a:xfrm>
          <a:prstGeom prst="rect">
            <a:avLst/>
          </a:prstGeom>
          <a:noFill/>
          <a:ln w="0">
            <a:noFill/>
          </a:ln>
        </p:spPr>
        <p:txBody>
          <a:bodyPr lIns="91440" rIns="91440" tIns="45720" bIns="45720" anchor="t">
            <a:noAutofit/>
          </a:bodyPr>
          <a:p>
            <a:pPr indent="0"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12" name="Group 43"/>
          <p:cNvGrpSpPr/>
          <p:nvPr/>
        </p:nvGrpSpPr>
        <p:grpSpPr>
          <a:xfrm>
            <a:off x="0" y="-8640"/>
            <a:ext cx="12191760" cy="6866640"/>
            <a:chOff x="0" y="-8640"/>
            <a:chExt cx="12191760" cy="6866640"/>
          </a:xfrm>
        </p:grpSpPr>
        <p:cxnSp>
          <p:nvCxnSpPr>
            <p:cNvPr id="21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1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1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1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1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1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1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2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2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2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2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6D9B4E11-FE9D-4C22-9CAF-AC26ACFF4E4D}"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22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22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93AFFC4D-AB57-4D4D-A055-83494DA8ADFB}"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226" name="PlaceHolder 1"/>
          <p:cNvSpPr>
            <a:spLocks noGrp="1"/>
          </p:cNvSpPr>
          <p:nvPr>
            <p:ph type="body"/>
          </p:nvPr>
        </p:nvSpPr>
        <p:spPr>
          <a:xfrm>
            <a:off x="660240" y="2044800"/>
            <a:ext cx="4274640" cy="356040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27" name="Rectangle 18"/>
          <p:cNvSpPr/>
          <p:nvPr/>
        </p:nvSpPr>
        <p:spPr>
          <a:xfrm>
            <a:off x="9354600" y="5364000"/>
            <a:ext cx="456840" cy="4568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28" name="Rectangle 20"/>
          <p:cNvSpPr/>
          <p:nvPr/>
        </p:nvSpPr>
        <p:spPr>
          <a:xfrm>
            <a:off x="6692760" y="1699920"/>
            <a:ext cx="319320" cy="319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29" name="Rectangle 22"/>
          <p:cNvSpPr/>
          <p:nvPr/>
        </p:nvSpPr>
        <p:spPr>
          <a:xfrm>
            <a:off x="9354600" y="5897880"/>
            <a:ext cx="179640" cy="179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30" name="PlaceHolder 2"/>
          <p:cNvSpPr>
            <a:spLocks noGrp="1"/>
          </p:cNvSpPr>
          <p:nvPr>
            <p:ph type="body"/>
          </p:nvPr>
        </p:nvSpPr>
        <p:spPr>
          <a:xfrm>
            <a:off x="7090200" y="786240"/>
            <a:ext cx="4440960" cy="5392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31" name="PlaceHolder 3"/>
          <p:cNvSpPr>
            <a:spLocks noGrp="1"/>
          </p:cNvSpPr>
          <p:nvPr>
            <p:ph type="title"/>
          </p:nvPr>
        </p:nvSpPr>
        <p:spPr>
          <a:xfrm>
            <a:off x="660240" y="805320"/>
            <a:ext cx="4274640" cy="830520"/>
          </a:xfrm>
          <a:prstGeom prst="rect">
            <a:avLst/>
          </a:prstGeom>
          <a:noFill/>
          <a:ln w="0">
            <a:noFill/>
          </a:ln>
        </p:spPr>
        <p:txBody>
          <a:bodyPr lIns="91440" rIns="91440" tIns="45720" bIns="45720" anchor="t">
            <a:noAutofit/>
          </a:bodyPr>
          <a:p>
            <a:pPr indent="0"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32" name="Group 43"/>
          <p:cNvGrpSpPr/>
          <p:nvPr/>
        </p:nvGrpSpPr>
        <p:grpSpPr>
          <a:xfrm>
            <a:off x="0" y="-8640"/>
            <a:ext cx="12191760" cy="6866640"/>
            <a:chOff x="0" y="-8640"/>
            <a:chExt cx="12191760" cy="6866640"/>
          </a:xfrm>
        </p:grpSpPr>
        <p:cxnSp>
          <p:nvCxnSpPr>
            <p:cNvPr id="23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3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3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3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3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3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3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4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4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4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4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8DBEA696-12E8-40A1-94F2-9488813EC0E0}"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24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24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77859BFC-8A68-47ED-A000-5C0324FA98F8}"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246"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247"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248" name="PlaceHolder 3"/>
          <p:cNvSpPr>
            <a:spLocks noGrp="1"/>
          </p:cNvSpPr>
          <p:nvPr>
            <p:ph type="dt" idx="25"/>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249" name="PlaceHolder 4"/>
          <p:cNvSpPr>
            <a:spLocks noGrp="1"/>
          </p:cNvSpPr>
          <p:nvPr>
            <p:ph type="ftr" idx="2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50" name="PlaceHolder 5"/>
          <p:cNvSpPr>
            <a:spLocks noGrp="1"/>
          </p:cNvSpPr>
          <p:nvPr>
            <p:ph type="sldNum" idx="27"/>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8F709C93-2E78-4ABE-8E5A-189FA0E38633}"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53" name="Group 43"/>
          <p:cNvGrpSpPr/>
          <p:nvPr/>
        </p:nvGrpSpPr>
        <p:grpSpPr>
          <a:xfrm>
            <a:off x="0" y="-8640"/>
            <a:ext cx="12191760" cy="6866640"/>
            <a:chOff x="0" y="-8640"/>
            <a:chExt cx="12191760" cy="6866640"/>
          </a:xfrm>
        </p:grpSpPr>
        <p:cxnSp>
          <p:nvCxnSpPr>
            <p:cNvPr id="25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5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5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5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5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5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6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6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6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6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6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E099D631-2BFC-4DA0-B37F-E08E6982B636}"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26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26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E60231B-D843-4A56-B997-C8F9438178E0}"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267" name="PlaceHolder 1"/>
          <p:cNvSpPr>
            <a:spLocks noGrp="1"/>
          </p:cNvSpPr>
          <p:nvPr>
            <p:ph type="body"/>
          </p:nvPr>
        </p:nvSpPr>
        <p:spPr>
          <a:xfrm>
            <a:off x="535356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68" name="PlaceHolder 2"/>
          <p:cNvSpPr>
            <a:spLocks noGrp="1"/>
          </p:cNvSpPr>
          <p:nvPr>
            <p:ph type="body"/>
          </p:nvPr>
        </p:nvSpPr>
        <p:spPr>
          <a:xfrm>
            <a:off x="311580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69" name="PlaceHolder 3"/>
          <p:cNvSpPr>
            <a:spLocks noGrp="1"/>
          </p:cNvSpPr>
          <p:nvPr>
            <p:ph type="body"/>
          </p:nvPr>
        </p:nvSpPr>
        <p:spPr>
          <a:xfrm>
            <a:off x="760248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70" name="PlaceHolder 4"/>
          <p:cNvSpPr>
            <a:spLocks noGrp="1"/>
          </p:cNvSpPr>
          <p:nvPr>
            <p:ph type="body"/>
          </p:nvPr>
        </p:nvSpPr>
        <p:spPr>
          <a:xfrm>
            <a:off x="983988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71" name="PlaceHolder 5"/>
          <p:cNvSpPr>
            <a:spLocks noGrp="1"/>
          </p:cNvSpPr>
          <p:nvPr>
            <p:ph type="title"/>
          </p:nvPr>
        </p:nvSpPr>
        <p:spPr>
          <a:xfrm>
            <a:off x="432000" y="647640"/>
            <a:ext cx="11339640" cy="699840"/>
          </a:xfrm>
          <a:prstGeom prst="rect">
            <a:avLst/>
          </a:prstGeom>
          <a:noFill/>
          <a:ln w="0">
            <a:noFill/>
          </a:ln>
        </p:spPr>
        <p:txBody>
          <a:bodyPr lIns="91440" rIns="91440" tIns="45720" bIns="45720" anchor="ctr">
            <a:noAutofit/>
          </a:bodyPr>
          <a:p>
            <a:pPr indent="0" algn="ctr"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
        <p:nvSpPr>
          <p:cNvPr id="272" name="Hexagon 8"/>
          <p:cNvSpPr/>
          <p:nvPr/>
        </p:nvSpPr>
        <p:spPr>
          <a:xfrm>
            <a:off x="546840" y="3467520"/>
            <a:ext cx="457920" cy="39456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73" name="Hexagon 9"/>
          <p:cNvSpPr/>
          <p:nvPr/>
        </p:nvSpPr>
        <p:spPr>
          <a:xfrm>
            <a:off x="11113200" y="2394720"/>
            <a:ext cx="358200" cy="30852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74" name="Hexagon 10"/>
          <p:cNvSpPr/>
          <p:nvPr/>
        </p:nvSpPr>
        <p:spPr>
          <a:xfrm>
            <a:off x="10882800" y="2202120"/>
            <a:ext cx="230400" cy="19836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75" name="PlaceHolder 6"/>
          <p:cNvSpPr>
            <a:spLocks noGrp="1"/>
          </p:cNvSpPr>
          <p:nvPr>
            <p:ph type="body"/>
          </p:nvPr>
        </p:nvSpPr>
        <p:spPr>
          <a:xfrm>
            <a:off x="5468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76" name="PlaceHolder 7"/>
          <p:cNvSpPr>
            <a:spLocks noGrp="1"/>
          </p:cNvSpPr>
          <p:nvPr>
            <p:ph type="body"/>
          </p:nvPr>
        </p:nvSpPr>
        <p:spPr>
          <a:xfrm>
            <a:off x="55656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77" name="PlaceHolder 8"/>
          <p:cNvSpPr>
            <a:spLocks noGrp="1"/>
          </p:cNvSpPr>
          <p:nvPr>
            <p:ph type="body"/>
          </p:nvPr>
        </p:nvSpPr>
        <p:spPr>
          <a:xfrm>
            <a:off x="27896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78" name="PlaceHolder 9"/>
          <p:cNvSpPr>
            <a:spLocks noGrp="1"/>
          </p:cNvSpPr>
          <p:nvPr>
            <p:ph type="body"/>
          </p:nvPr>
        </p:nvSpPr>
        <p:spPr>
          <a:xfrm>
            <a:off x="27896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79" name="PlaceHolder 10"/>
          <p:cNvSpPr>
            <a:spLocks noGrp="1"/>
          </p:cNvSpPr>
          <p:nvPr>
            <p:ph type="body"/>
          </p:nvPr>
        </p:nvSpPr>
        <p:spPr>
          <a:xfrm>
            <a:off x="50324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80" name="PlaceHolder 11"/>
          <p:cNvSpPr>
            <a:spLocks noGrp="1"/>
          </p:cNvSpPr>
          <p:nvPr>
            <p:ph type="body"/>
          </p:nvPr>
        </p:nvSpPr>
        <p:spPr>
          <a:xfrm>
            <a:off x="502920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81" name="PlaceHolder 12"/>
          <p:cNvSpPr>
            <a:spLocks noGrp="1"/>
          </p:cNvSpPr>
          <p:nvPr>
            <p:ph type="body"/>
          </p:nvPr>
        </p:nvSpPr>
        <p:spPr>
          <a:xfrm>
            <a:off x="72752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82" name="PlaceHolder 13"/>
          <p:cNvSpPr>
            <a:spLocks noGrp="1"/>
          </p:cNvSpPr>
          <p:nvPr>
            <p:ph type="body"/>
          </p:nvPr>
        </p:nvSpPr>
        <p:spPr>
          <a:xfrm>
            <a:off x="72752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83" name="PlaceHolder 14"/>
          <p:cNvSpPr>
            <a:spLocks noGrp="1"/>
          </p:cNvSpPr>
          <p:nvPr>
            <p:ph type="body"/>
          </p:nvPr>
        </p:nvSpPr>
        <p:spPr>
          <a:xfrm>
            <a:off x="95180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84" name="PlaceHolder 15"/>
          <p:cNvSpPr>
            <a:spLocks noGrp="1"/>
          </p:cNvSpPr>
          <p:nvPr>
            <p:ph type="body"/>
          </p:nvPr>
        </p:nvSpPr>
        <p:spPr>
          <a:xfrm>
            <a:off x="95180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85" name="PlaceHolder 16"/>
          <p:cNvSpPr>
            <a:spLocks noGrp="1"/>
          </p:cNvSpPr>
          <p:nvPr>
            <p:ph type="body"/>
          </p:nvPr>
        </p:nvSpPr>
        <p:spPr>
          <a:xfrm>
            <a:off x="87840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286" name="Group 43"/>
          <p:cNvGrpSpPr/>
          <p:nvPr/>
        </p:nvGrpSpPr>
        <p:grpSpPr>
          <a:xfrm>
            <a:off x="0" y="-8640"/>
            <a:ext cx="12191760" cy="6866640"/>
            <a:chOff x="0" y="-8640"/>
            <a:chExt cx="12191760" cy="6866640"/>
          </a:xfrm>
        </p:grpSpPr>
        <p:cxnSp>
          <p:nvCxnSpPr>
            <p:cNvPr id="287"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88"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8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96"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297"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2ACC434D-7DCC-413D-8A32-1CBDFE2552AE}" type="datetime1">
              <a:rPr b="0" lang="en-US" sz="1100" spc="-1" strike="noStrike">
                <a:solidFill>
                  <a:schemeClr val="accent2"/>
                </a:solidFill>
                <a:latin typeface="Trebuchet MS"/>
              </a:rPr>
              <a:t>09/10/2026</a:t>
            </a:fld>
            <a:endParaRPr b="0" lang="en-IN" sz="1100" spc="-1" strike="noStrike">
              <a:solidFill>
                <a:srgbClr val="ffffff"/>
              </a:solidFill>
              <a:latin typeface="Arial"/>
            </a:endParaRPr>
          </a:p>
        </p:txBody>
      </p:sp>
      <p:sp>
        <p:nvSpPr>
          <p:cNvPr id="298"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ffffff"/>
              </a:solidFill>
              <a:latin typeface="Arial"/>
            </a:endParaRPr>
          </a:p>
        </p:txBody>
      </p:sp>
      <p:sp>
        <p:nvSpPr>
          <p:cNvPr id="299"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AF1C7F23-4204-4BEF-9D77-4BADE3109778}" type="slidenum">
              <a:rPr b="0" lang="en-US" sz="1100" spc="-1" strike="noStrike">
                <a:solidFill>
                  <a:schemeClr val="accent4"/>
                </a:solidFill>
                <a:latin typeface="Trebuchet MS"/>
              </a:rPr>
              <a:t>&lt;number&gt;</a:t>
            </a:fld>
            <a:endParaRPr b="0" lang="en-IN" sz="1100" spc="-1" strike="noStrike">
              <a:solidFill>
                <a:srgbClr val="ffffff"/>
              </a:solidFill>
              <a:latin typeface="Arial"/>
            </a:endParaRPr>
          </a:p>
        </p:txBody>
      </p:sp>
      <p:sp>
        <p:nvSpPr>
          <p:cNvPr id="300" name="PlaceHolder 1"/>
          <p:cNvSpPr>
            <a:spLocks noGrp="1"/>
          </p:cNvSpPr>
          <p:nvPr>
            <p:ph type="body"/>
          </p:nvPr>
        </p:nvSpPr>
        <p:spPr>
          <a:xfrm>
            <a:off x="0" y="0"/>
            <a:ext cx="12191760" cy="6857640"/>
          </a:xfrm>
          <a:prstGeom prst="rect">
            <a:avLst/>
          </a:prstGeom>
          <a:noFill/>
          <a:ln w="0">
            <a:noFill/>
          </a:ln>
        </p:spPr>
        <p:txBody>
          <a:bodyPr lIns="90000" rIns="90000" tIns="45000" bIns="45000" anchor="t">
            <a:noAutofit/>
          </a:bodyPr>
          <a:p>
            <a:pPr indent="0"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301" name="Rectangle 1"/>
          <p:cNvSpPr/>
          <p:nvPr/>
        </p:nvSpPr>
        <p:spPr>
          <a:xfrm>
            <a:off x="3718440" y="1181160"/>
            <a:ext cx="4754520" cy="4495320"/>
          </a:xfrm>
          <a:prstGeom prst="rect">
            <a:avLst/>
          </a:prstGeom>
          <a:solidFill>
            <a:schemeClr val="accent5">
              <a:alpha val="40000"/>
            </a:schemeClr>
          </a:solidFill>
          <a:ln cap="rnd" w="60325">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302" name="PlaceHolder 2"/>
          <p:cNvSpPr>
            <a:spLocks noGrp="1"/>
          </p:cNvSpPr>
          <p:nvPr>
            <p:ph type="body"/>
          </p:nvPr>
        </p:nvSpPr>
        <p:spPr>
          <a:xfrm>
            <a:off x="4149000" y="4859640"/>
            <a:ext cx="3924720" cy="490320"/>
          </a:xfrm>
          <a:prstGeom prst="rect">
            <a:avLst/>
          </a:prstGeom>
          <a:noFill/>
          <a:ln w="0">
            <a:noFill/>
          </a:ln>
        </p:spPr>
        <p:txBody>
          <a:bodyPr lIns="91440" rIns="91440" tIns="45720" bIns="45720" anchor="t">
            <a:noAutofit/>
          </a:bodyPr>
          <a:p>
            <a:pPr marL="343080" indent="-343080" algn="r" defTabSz="457200">
              <a:lnSpc>
                <a:spcPct val="100000"/>
              </a:lnSpc>
              <a:spcBef>
                <a:spcPts val="1001"/>
              </a:spcBef>
              <a:buNone/>
              <a:tabLst>
                <a:tab algn="l" pos="0"/>
              </a:tabLst>
            </a:pPr>
            <a:r>
              <a:rPr b="1" lang="en-US" sz="2400" spc="-1" strike="noStrike">
                <a:solidFill>
                  <a:schemeClr val="accent4"/>
                </a:solidFill>
                <a:latin typeface="Calibri"/>
              </a:rPr>
              <a:t>Click to edit text</a:t>
            </a:r>
            <a:endParaRPr b="0" lang="en-US" sz="2400" spc="-1" strike="noStrike">
              <a:solidFill>
                <a:schemeClr val="dk1">
                  <a:lumMod val="75000"/>
                  <a:lumOff val="25000"/>
                </a:schemeClr>
              </a:solidFill>
              <a:latin typeface="Trebuchet MS"/>
            </a:endParaRPr>
          </a:p>
        </p:txBody>
      </p:sp>
      <p:sp>
        <p:nvSpPr>
          <p:cNvPr id="303" name="PlaceHolder 3"/>
          <p:cNvSpPr>
            <a:spLocks noGrp="1"/>
          </p:cNvSpPr>
          <p:nvPr>
            <p:ph type="title"/>
          </p:nvPr>
        </p:nvSpPr>
        <p:spPr>
          <a:xfrm>
            <a:off x="4149000" y="1529640"/>
            <a:ext cx="3924720" cy="1695240"/>
          </a:xfrm>
          <a:prstGeom prst="rect">
            <a:avLst/>
          </a:prstGeom>
          <a:noFill/>
          <a:ln w="0">
            <a:noFill/>
          </a:ln>
        </p:spPr>
        <p:txBody>
          <a:bodyPr lIns="91440" rIns="91440" tIns="45720" bIns="45720" anchor="t">
            <a:noAutofit/>
          </a:bodyPr>
          <a:p>
            <a:pPr indent="0" defTabSz="457200">
              <a:lnSpc>
                <a:spcPct val="100000"/>
              </a:lnSpc>
              <a:spcBef>
                <a:spcPts val="1001"/>
              </a:spcBef>
              <a:buNone/>
            </a:pPr>
            <a:r>
              <a:rPr b="1" lang="en-US" sz="4800" spc="-1" strike="noStrike">
                <a:solidFill>
                  <a:schemeClr val="lt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04" name="Group 43"/>
          <p:cNvGrpSpPr/>
          <p:nvPr/>
        </p:nvGrpSpPr>
        <p:grpSpPr>
          <a:xfrm>
            <a:off x="0" y="-8640"/>
            <a:ext cx="12191760" cy="6866640"/>
            <a:chOff x="0" y="-8640"/>
            <a:chExt cx="12191760" cy="6866640"/>
          </a:xfrm>
        </p:grpSpPr>
        <p:cxnSp>
          <p:nvCxnSpPr>
            <p:cNvPr id="305"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06"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0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0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0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1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1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1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1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1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31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04244D0-5307-4CFE-B4D8-F3AC4FC42802}"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31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31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F7A61A0A-688D-42E7-8A93-5761B1FAC663}"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318" name="PlaceHolder 1"/>
          <p:cNvSpPr>
            <a:spLocks noGrp="1"/>
          </p:cNvSpPr>
          <p:nvPr>
            <p:ph type="title"/>
          </p:nvPr>
        </p:nvSpPr>
        <p:spPr>
          <a:xfrm>
            <a:off x="677160" y="2700720"/>
            <a:ext cx="8596440" cy="182628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accent1"/>
                </a:solidFill>
                <a:latin typeface="Trebuchet MS"/>
              </a:rPr>
              <a:t>Click to edit Master title style</a:t>
            </a:r>
            <a:endParaRPr b="0" lang="en-US" sz="4000" spc="-1" strike="noStrike">
              <a:solidFill>
                <a:schemeClr val="dk1"/>
              </a:solidFill>
              <a:latin typeface="Trebuchet MS"/>
            </a:endParaRPr>
          </a:p>
        </p:txBody>
      </p:sp>
      <p:sp>
        <p:nvSpPr>
          <p:cNvPr id="319" name="PlaceHolder 2"/>
          <p:cNvSpPr>
            <a:spLocks noGrp="1"/>
          </p:cNvSpPr>
          <p:nvPr>
            <p:ph type="body"/>
          </p:nvPr>
        </p:nvSpPr>
        <p:spPr>
          <a:xfrm>
            <a:off x="677160" y="4527360"/>
            <a:ext cx="85964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50000"/>
                    <a:lumOff val="50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20" name="PlaceHolder 3"/>
          <p:cNvSpPr>
            <a:spLocks noGrp="1"/>
          </p:cNvSpPr>
          <p:nvPr>
            <p:ph type="dt" idx="28"/>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321" name="PlaceHolder 4"/>
          <p:cNvSpPr>
            <a:spLocks noGrp="1"/>
          </p:cNvSpPr>
          <p:nvPr>
            <p:ph type="ftr" idx="29"/>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22" name="PlaceHolder 5"/>
          <p:cNvSpPr>
            <a:spLocks noGrp="1"/>
          </p:cNvSpPr>
          <p:nvPr>
            <p:ph type="sldNum" idx="30"/>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2802DE43-F8A6-44F5-8286-B7CAF8189FE1}"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23" name="Group 43"/>
          <p:cNvGrpSpPr/>
          <p:nvPr/>
        </p:nvGrpSpPr>
        <p:grpSpPr>
          <a:xfrm>
            <a:off x="0" y="-8640"/>
            <a:ext cx="12191760" cy="6866640"/>
            <a:chOff x="0" y="-8640"/>
            <a:chExt cx="12191760" cy="6866640"/>
          </a:xfrm>
        </p:grpSpPr>
        <p:cxnSp>
          <p:nvCxnSpPr>
            <p:cNvPr id="32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2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2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2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2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2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3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3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3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3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33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B463C961-A342-4613-9E28-9AAA4C1C85B5}"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33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33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920CF5AF-7A20-4234-8DF4-D93BEA7A7AE9}"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33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38" name="PlaceHolder 2"/>
          <p:cNvSpPr>
            <a:spLocks noGrp="1"/>
          </p:cNvSpPr>
          <p:nvPr>
            <p:ph type="body"/>
          </p:nvPr>
        </p:nvSpPr>
        <p:spPr>
          <a:xfrm>
            <a:off x="67716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39" name="PlaceHolder 3"/>
          <p:cNvSpPr>
            <a:spLocks noGrp="1"/>
          </p:cNvSpPr>
          <p:nvPr>
            <p:ph type="body"/>
          </p:nvPr>
        </p:nvSpPr>
        <p:spPr>
          <a:xfrm>
            <a:off x="509004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40" name="PlaceHolder 4"/>
          <p:cNvSpPr>
            <a:spLocks noGrp="1"/>
          </p:cNvSpPr>
          <p:nvPr>
            <p:ph type="dt" idx="3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341" name="PlaceHolder 5"/>
          <p:cNvSpPr>
            <a:spLocks noGrp="1"/>
          </p:cNvSpPr>
          <p:nvPr>
            <p:ph type="ftr" idx="3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42" name="PlaceHolder 6"/>
          <p:cNvSpPr>
            <a:spLocks noGrp="1"/>
          </p:cNvSpPr>
          <p:nvPr>
            <p:ph type="sldNum" idx="3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77C1DED0-D67C-4329-8DD8-58FB33D0498D}"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46" name="Group 43"/>
          <p:cNvGrpSpPr/>
          <p:nvPr/>
        </p:nvGrpSpPr>
        <p:grpSpPr>
          <a:xfrm>
            <a:off x="0" y="-8640"/>
            <a:ext cx="12191760" cy="6866640"/>
            <a:chOff x="0" y="-8640"/>
            <a:chExt cx="12191760" cy="6866640"/>
          </a:xfrm>
        </p:grpSpPr>
        <p:cxnSp>
          <p:nvCxnSpPr>
            <p:cNvPr id="347"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48"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4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56"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357"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91EC4104-C99C-4927-8F9C-5FB53BCFC3D8}"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358"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359"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AEB1DD14-7946-4789-91F3-3B9B5163CC52}"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36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61" name="PlaceHolder 2"/>
          <p:cNvSpPr>
            <a:spLocks noGrp="1"/>
          </p:cNvSpPr>
          <p:nvPr>
            <p:ph type="body"/>
          </p:nvPr>
        </p:nvSpPr>
        <p:spPr>
          <a:xfrm>
            <a:off x="67572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362" name="PlaceHolder 3"/>
          <p:cNvSpPr>
            <a:spLocks noGrp="1"/>
          </p:cNvSpPr>
          <p:nvPr>
            <p:ph type="body"/>
          </p:nvPr>
        </p:nvSpPr>
        <p:spPr>
          <a:xfrm>
            <a:off x="67572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63" name="PlaceHolder 4"/>
          <p:cNvSpPr>
            <a:spLocks noGrp="1"/>
          </p:cNvSpPr>
          <p:nvPr>
            <p:ph type="body"/>
          </p:nvPr>
        </p:nvSpPr>
        <p:spPr>
          <a:xfrm>
            <a:off x="508824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364" name="PlaceHolder 5"/>
          <p:cNvSpPr>
            <a:spLocks noGrp="1"/>
          </p:cNvSpPr>
          <p:nvPr>
            <p:ph type="body"/>
          </p:nvPr>
        </p:nvSpPr>
        <p:spPr>
          <a:xfrm>
            <a:off x="508824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65" name="PlaceHolder 6"/>
          <p:cNvSpPr>
            <a:spLocks noGrp="1"/>
          </p:cNvSpPr>
          <p:nvPr>
            <p:ph type="dt" idx="3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366" name="PlaceHolder 7"/>
          <p:cNvSpPr>
            <a:spLocks noGrp="1"/>
          </p:cNvSpPr>
          <p:nvPr>
            <p:ph type="ftr" idx="3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67" name="PlaceHolder 8"/>
          <p:cNvSpPr>
            <a:spLocks noGrp="1"/>
          </p:cNvSpPr>
          <p:nvPr>
            <p:ph type="sldNum" idx="3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4896C56-A79B-41DB-82BF-C24930B21B73}"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68" name="Group 43"/>
          <p:cNvGrpSpPr/>
          <p:nvPr/>
        </p:nvGrpSpPr>
        <p:grpSpPr>
          <a:xfrm>
            <a:off x="0" y="-8640"/>
            <a:ext cx="12191760" cy="6866640"/>
            <a:chOff x="0" y="-8640"/>
            <a:chExt cx="12191760" cy="6866640"/>
          </a:xfrm>
        </p:grpSpPr>
        <p:cxnSp>
          <p:nvCxnSpPr>
            <p:cNvPr id="369"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70"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7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3"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7"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78"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379"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9DDDFEFF-637A-4B2C-8806-5B97A4619F9E}"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380"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381"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226FBCAE-6763-4520-AF28-6FA462BF53EC}"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382"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83" name="PlaceHolder 2"/>
          <p:cNvSpPr>
            <a:spLocks noGrp="1"/>
          </p:cNvSpPr>
          <p:nvPr>
            <p:ph type="dt" idx="3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384" name="PlaceHolder 3"/>
          <p:cNvSpPr>
            <a:spLocks noGrp="1"/>
          </p:cNvSpPr>
          <p:nvPr>
            <p:ph type="ftr" idx="3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85" name="PlaceHolder 4"/>
          <p:cNvSpPr>
            <a:spLocks noGrp="1"/>
          </p:cNvSpPr>
          <p:nvPr>
            <p:ph type="sldNum" idx="3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9AB1A53D-F014-4230-A25D-B89B2163C00F}"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87" name="Group 43"/>
          <p:cNvGrpSpPr/>
          <p:nvPr/>
        </p:nvGrpSpPr>
        <p:grpSpPr>
          <a:xfrm>
            <a:off x="0" y="-8640"/>
            <a:ext cx="12191760" cy="6866640"/>
            <a:chOff x="0" y="-8640"/>
            <a:chExt cx="12191760" cy="6866640"/>
          </a:xfrm>
        </p:grpSpPr>
        <p:cxnSp>
          <p:nvCxnSpPr>
            <p:cNvPr id="388"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89"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9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2"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6"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97"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398"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84AD690A-C6DF-4175-BBFF-2571C4411069}"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399"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400"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F7FA571C-1E44-41D5-87F5-854A392FF741}"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401" name="PlaceHolder 1"/>
          <p:cNvSpPr>
            <a:spLocks noGrp="1"/>
          </p:cNvSpPr>
          <p:nvPr>
            <p:ph type="dt" idx="4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402" name="PlaceHolder 2"/>
          <p:cNvSpPr>
            <a:spLocks noGrp="1"/>
          </p:cNvSpPr>
          <p:nvPr>
            <p:ph type="ftr" idx="4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03" name="PlaceHolder 3"/>
          <p:cNvSpPr>
            <a:spLocks noGrp="1"/>
          </p:cNvSpPr>
          <p:nvPr>
            <p:ph type="sldNum" idx="4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10BA7B71-3DE1-4D1A-87D7-CDC98D4B2D6E}"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04" name="Group 43"/>
          <p:cNvGrpSpPr/>
          <p:nvPr/>
        </p:nvGrpSpPr>
        <p:grpSpPr>
          <a:xfrm>
            <a:off x="0" y="-8640"/>
            <a:ext cx="12191760" cy="6866640"/>
            <a:chOff x="0" y="-8640"/>
            <a:chExt cx="12191760" cy="6866640"/>
          </a:xfrm>
        </p:grpSpPr>
        <p:cxnSp>
          <p:nvCxnSpPr>
            <p:cNvPr id="405"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406"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40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0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0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1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41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192569E-2847-4BE5-B8E5-16AF490D6487}"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41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41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3DD8BC63-4CD3-4BCD-AC2E-32D927CFDE67}"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418" name="PlaceHolder 1"/>
          <p:cNvSpPr>
            <a:spLocks noGrp="1"/>
          </p:cNvSpPr>
          <p:nvPr>
            <p:ph type="title"/>
          </p:nvPr>
        </p:nvSpPr>
        <p:spPr>
          <a:xfrm>
            <a:off x="677160" y="1498680"/>
            <a:ext cx="3854160" cy="1278000"/>
          </a:xfrm>
          <a:prstGeom prst="rect">
            <a:avLst/>
          </a:prstGeom>
          <a:noFill/>
          <a:ln w="0">
            <a:noFill/>
          </a:ln>
        </p:spPr>
        <p:txBody>
          <a:bodyPr lIns="91440" rIns="91440" tIns="45720" bIns="45720" anchor="b">
            <a:normAutofit/>
          </a:bodyPr>
          <a:p>
            <a:pPr indent="0" defTabSz="457200">
              <a:lnSpc>
                <a:spcPct val="100000"/>
              </a:lnSpc>
              <a:buNone/>
            </a:pPr>
            <a:r>
              <a:rPr b="0" lang="en-US" sz="2000" spc="-1" strike="noStrike">
                <a:solidFill>
                  <a:schemeClr val="accent1"/>
                </a:solidFill>
                <a:latin typeface="Trebuchet MS"/>
              </a:rPr>
              <a:t>Click to edit Master title style</a:t>
            </a:r>
            <a:endParaRPr b="0" lang="en-US" sz="2000" spc="-1" strike="noStrike">
              <a:solidFill>
                <a:schemeClr val="dk1"/>
              </a:solidFill>
              <a:latin typeface="Trebuchet MS"/>
            </a:endParaRPr>
          </a:p>
        </p:txBody>
      </p:sp>
      <p:sp>
        <p:nvSpPr>
          <p:cNvPr id="419" name="PlaceHolder 2"/>
          <p:cNvSpPr>
            <a:spLocks noGrp="1"/>
          </p:cNvSpPr>
          <p:nvPr>
            <p:ph type="body"/>
          </p:nvPr>
        </p:nvSpPr>
        <p:spPr>
          <a:xfrm>
            <a:off x="4760640" y="514800"/>
            <a:ext cx="4513320" cy="5526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420" name="PlaceHolder 3"/>
          <p:cNvSpPr>
            <a:spLocks noGrp="1"/>
          </p:cNvSpPr>
          <p:nvPr>
            <p:ph type="body"/>
          </p:nvPr>
        </p:nvSpPr>
        <p:spPr>
          <a:xfrm>
            <a:off x="677160" y="2777040"/>
            <a:ext cx="3854160" cy="2584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Trebuchet MS"/>
              </a:rPr>
              <a:t>Click to edit Master text styles</a:t>
            </a:r>
            <a:endParaRPr b="0" lang="en-US" sz="1400" spc="-1" strike="noStrike">
              <a:solidFill>
                <a:schemeClr val="dk1">
                  <a:lumMod val="75000"/>
                  <a:lumOff val="25000"/>
                </a:schemeClr>
              </a:solidFill>
              <a:latin typeface="Trebuchet MS"/>
            </a:endParaRPr>
          </a:p>
        </p:txBody>
      </p:sp>
      <p:sp>
        <p:nvSpPr>
          <p:cNvPr id="421" name="PlaceHolder 4"/>
          <p:cNvSpPr>
            <a:spLocks noGrp="1"/>
          </p:cNvSpPr>
          <p:nvPr>
            <p:ph type="dt" idx="4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
        <p:nvSpPr>
          <p:cNvPr id="422" name="PlaceHolder 5"/>
          <p:cNvSpPr>
            <a:spLocks noGrp="1"/>
          </p:cNvSpPr>
          <p:nvPr>
            <p:ph type="ftr" idx="4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23" name="PlaceHolder 6"/>
          <p:cNvSpPr>
            <a:spLocks noGrp="1"/>
          </p:cNvSpPr>
          <p:nvPr>
            <p:ph type="sldNum" idx="4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5BB84F60-CCF2-4CE7-8249-9E9730CD07B4}"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24" name="Group 43"/>
          <p:cNvGrpSpPr/>
          <p:nvPr/>
        </p:nvGrpSpPr>
        <p:grpSpPr>
          <a:xfrm>
            <a:off x="0" y="-8640"/>
            <a:ext cx="12191760" cy="6866640"/>
            <a:chOff x="0" y="-8640"/>
            <a:chExt cx="12191760" cy="6866640"/>
          </a:xfrm>
        </p:grpSpPr>
        <p:cxnSp>
          <p:nvCxnSpPr>
            <p:cNvPr id="425"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426"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42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2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2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3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3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3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3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3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grpSp>
      <p:sp>
        <p:nvSpPr>
          <p:cNvPr id="43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247FA3DD-5589-4F98-919B-808B77C434EB}" type="datetime1">
              <a:rPr b="0" lang="en-US" sz="1100" spc="-1" strike="noStrike">
                <a:solidFill>
                  <a:schemeClr val="accent2"/>
                </a:solidFill>
                <a:latin typeface="Trebuchet MS"/>
              </a:rPr>
              <a:t>09/10/2026</a:t>
            </a:fld>
            <a:endParaRPr b="0" lang="en-IN" sz="1100" spc="-1" strike="noStrike">
              <a:solidFill>
                <a:srgbClr val="000000"/>
              </a:solidFill>
              <a:latin typeface="Arial"/>
            </a:endParaRPr>
          </a:p>
        </p:txBody>
      </p:sp>
      <p:sp>
        <p:nvSpPr>
          <p:cNvPr id="43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IN" sz="1100" spc="-1" strike="noStrike">
              <a:solidFill>
                <a:srgbClr val="000000"/>
              </a:solidFill>
              <a:latin typeface="Arial"/>
            </a:endParaRPr>
          </a:p>
        </p:txBody>
      </p:sp>
      <p:sp>
        <p:nvSpPr>
          <p:cNvPr id="43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DABE755-2342-47F8-B7DB-6D4B9E7E7C82}" type="slidenum">
              <a:rPr b="0" lang="en-US" sz="1100" spc="-1" strike="noStrike">
                <a:solidFill>
                  <a:schemeClr val="accent4"/>
                </a:solidFill>
                <a:latin typeface="Trebuchet MS"/>
              </a:rPr>
              <a:t>&lt;number&gt;</a:t>
            </a:fld>
            <a:endParaRPr b="0" lang="en-IN" sz="1100" spc="-1" strike="noStrike">
              <a:solidFill>
                <a:srgbClr val="000000"/>
              </a:solidFill>
              <a:latin typeface="Arial"/>
            </a:endParaRPr>
          </a:p>
        </p:txBody>
      </p:sp>
      <p:sp>
        <p:nvSpPr>
          <p:cNvPr id="438" name="PlaceHolder 1"/>
          <p:cNvSpPr>
            <a:spLocks noGrp="1"/>
          </p:cNvSpPr>
          <p:nvPr>
            <p:ph type="title"/>
          </p:nvPr>
        </p:nvSpPr>
        <p:spPr>
          <a:xfrm>
            <a:off x="677160" y="4800600"/>
            <a:ext cx="85964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accent1"/>
                </a:solidFill>
                <a:latin typeface="Trebuchet MS"/>
              </a:rPr>
              <a:t>Click to edit Master title style</a:t>
            </a:r>
            <a:endParaRPr b="0" lang="en-US" sz="2400" spc="-1" strike="noStrike">
              <a:solidFill>
                <a:schemeClr val="dk1"/>
              </a:solidFill>
              <a:latin typeface="Trebuchet MS"/>
            </a:endParaRPr>
          </a:p>
        </p:txBody>
      </p:sp>
      <p:sp>
        <p:nvSpPr>
          <p:cNvPr id="439" name="PlaceHolder 2"/>
          <p:cNvSpPr>
            <a:spLocks noGrp="1"/>
          </p:cNvSpPr>
          <p:nvPr>
            <p:ph type="body"/>
          </p:nvPr>
        </p:nvSpPr>
        <p:spPr>
          <a:xfrm>
            <a:off x="677160" y="609480"/>
            <a:ext cx="8596440" cy="384552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Trebuchet MS"/>
              </a:rPr>
              <a:t>Click icon to add picture</a:t>
            </a:r>
            <a:endParaRPr b="0" lang="en-US" sz="1600" spc="-1" strike="noStrike">
              <a:solidFill>
                <a:schemeClr val="dk1">
                  <a:lumMod val="75000"/>
                  <a:lumOff val="25000"/>
                </a:schemeClr>
              </a:solidFill>
              <a:latin typeface="Trebuchet MS"/>
            </a:endParaRPr>
          </a:p>
        </p:txBody>
      </p:sp>
      <p:sp>
        <p:nvSpPr>
          <p:cNvPr id="440" name="PlaceHolder 3"/>
          <p:cNvSpPr>
            <a:spLocks noGrp="1"/>
          </p:cNvSpPr>
          <p:nvPr>
            <p:ph type="body"/>
          </p:nvPr>
        </p:nvSpPr>
        <p:spPr>
          <a:xfrm>
            <a:off x="677160" y="5367240"/>
            <a:ext cx="8596440" cy="6735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Trebuchet MS"/>
              </a:rPr>
              <a:t>Click to edit Master text styles</a:t>
            </a:r>
            <a:endParaRPr b="0" lang="en-US" sz="1200" spc="-1" strike="noStrike">
              <a:solidFill>
                <a:schemeClr val="dk1">
                  <a:lumMod val="75000"/>
                  <a:lumOff val="25000"/>
                </a:schemeClr>
              </a:solidFill>
              <a:latin typeface="Trebuchet MS"/>
            </a:endParaRPr>
          </a:p>
        </p:txBody>
      </p:sp>
      <p:sp>
        <p:nvSpPr>
          <p:cNvPr id="441" name="PlaceHolder 4"/>
          <p:cNvSpPr>
            <a:spLocks noGrp="1"/>
          </p:cNvSpPr>
          <p:nvPr>
            <p:ph type="ftr" idx="4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2" name="PlaceHolder 5"/>
          <p:cNvSpPr>
            <a:spLocks noGrp="1"/>
          </p:cNvSpPr>
          <p:nvPr>
            <p:ph type="sldNum" idx="47"/>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85A9F9D9-E16D-4625-98B3-38E0AD4FD907}" type="slidenum">
              <a:rPr b="0" lang="en-US" sz="900" spc="-1" strike="noStrike">
                <a:solidFill>
                  <a:schemeClr val="accent1"/>
                </a:solidFill>
                <a:latin typeface="Trebuchet MS"/>
              </a:rPr>
              <a:t>&lt;number&gt;</a:t>
            </a:fld>
            <a:endParaRPr b="0" lang="en-IN" sz="900" spc="-1" strike="noStrike">
              <a:solidFill>
                <a:srgbClr val="000000"/>
              </a:solidFill>
              <a:latin typeface="Times New Roman"/>
            </a:endParaRPr>
          </a:p>
        </p:txBody>
      </p:sp>
      <p:sp>
        <p:nvSpPr>
          <p:cNvPr id="443" name="PlaceHolder 6"/>
          <p:cNvSpPr>
            <a:spLocks noGrp="1"/>
          </p:cNvSpPr>
          <p:nvPr>
            <p:ph type="dt" idx="48"/>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IN"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11.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11.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1.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0.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png"/><Relationship Id="rId3" Type="http://schemas.openxmlformats.org/officeDocument/2006/relationships/slideLayout" Target="../slideLayouts/slideLayout11.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8.png"/><Relationship Id="rId3" Type="http://schemas.openxmlformats.org/officeDocument/2006/relationships/slideLayout" Target="../slideLayouts/slideLayout11.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jpeg"/><Relationship Id="rId3" Type="http://schemas.openxmlformats.org/officeDocument/2006/relationships/slideLayout" Target="../slideLayouts/slideLayout11.xml"/>
</Relationships>
</file>

<file path=ppt/slides/_rels/slide1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p:nvPr>
        </p:nvSpPr>
        <p:spPr>
          <a:xfrm>
            <a:off x="-223200" y="3583800"/>
            <a:ext cx="3399840" cy="861120"/>
          </a:xfrm>
          <a:prstGeom prst="rect">
            <a:avLst/>
          </a:prstGeom>
          <a:noFill/>
          <a:ln w="0">
            <a:noFill/>
          </a:ln>
        </p:spPr>
        <p:txBody>
          <a:bodyPr lIns="91440" rIns="91440" tIns="45720" bIns="45720" anchor="t">
            <a:normAutofit fontScale="68456"/>
          </a:bodyPr>
          <a:p>
            <a:pPr indent="0" algn="r" defTabSz="457200">
              <a:lnSpc>
                <a:spcPct val="100000"/>
              </a:lnSpc>
              <a:spcBef>
                <a:spcPts val="1001"/>
              </a:spcBef>
              <a:buNone/>
              <a:tabLst>
                <a:tab algn="l" pos="0"/>
              </a:tabLst>
            </a:pPr>
            <a:r>
              <a:rPr b="0" lang="en-US" sz="2000" spc="-1" strike="noStrike">
                <a:solidFill>
                  <a:schemeClr val="dk1"/>
                </a:solidFill>
                <a:latin typeface="Trebuchet MS"/>
              </a:rPr>
              <a:t>[  Faraaz Ahmad</a:t>
            </a:r>
            <a:endParaRPr b="0" lang="en-US" sz="2000" spc="-1" strike="noStrike">
              <a:solidFill>
                <a:schemeClr val="dk1">
                  <a:lumMod val="75000"/>
                  <a:lumOff val="25000"/>
                </a:schemeClr>
              </a:solidFill>
              <a:latin typeface="Trebuchet MS"/>
            </a:endParaRPr>
          </a:p>
          <a:p>
            <a:pPr indent="0" algn="r" defTabSz="457200">
              <a:lnSpc>
                <a:spcPct val="100000"/>
              </a:lnSpc>
              <a:spcBef>
                <a:spcPts val="1001"/>
              </a:spcBef>
              <a:buNone/>
              <a:tabLst>
                <a:tab algn="l" pos="0"/>
              </a:tabLst>
            </a:pPr>
            <a:r>
              <a:rPr b="0" lang="en-US" sz="2000" spc="-1" strike="noStrike">
                <a:solidFill>
                  <a:schemeClr val="dk1"/>
                </a:solidFill>
                <a:latin typeface="Trebuchet MS"/>
              </a:rPr>
              <a:t>MAULANA AZAD CO</a:t>
            </a:r>
            <a:endParaRPr b="0" lang="en-US" sz="2000" spc="-1" strike="noStrike">
              <a:solidFill>
                <a:schemeClr val="dk1">
                  <a:lumMod val="75000"/>
                  <a:lumOff val="25000"/>
                </a:schemeClr>
              </a:solidFill>
              <a:latin typeface="Trebuchet MS"/>
            </a:endParaRPr>
          </a:p>
        </p:txBody>
      </p:sp>
      <p:sp>
        <p:nvSpPr>
          <p:cNvPr id="451" name="PlaceHolder 2"/>
          <p:cNvSpPr>
            <a:spLocks noGrp="1"/>
          </p:cNvSpPr>
          <p:nvPr>
            <p:ph type="title"/>
          </p:nvPr>
        </p:nvSpPr>
        <p:spPr>
          <a:xfrm>
            <a:off x="678240" y="2844720"/>
            <a:ext cx="4998240" cy="743040"/>
          </a:xfrm>
          <a:prstGeom prst="rect">
            <a:avLst/>
          </a:prstGeom>
          <a:noFill/>
          <a:ln w="0">
            <a:noFill/>
          </a:ln>
        </p:spPr>
        <p:txBody>
          <a:bodyPr lIns="91440" rIns="91440" tIns="45720" bIns="45720" anchor="t">
            <a:normAutofit fontScale="74983" lnSpcReduction="10000"/>
          </a:bodyPr>
          <a:p>
            <a:pPr indent="0" defTabSz="457200">
              <a:lnSpc>
                <a:spcPct val="100000"/>
              </a:lnSpc>
              <a:buNone/>
            </a:pPr>
            <a:r>
              <a:rPr b="0" lang="en-GB" sz="3200" spc="-1" strike="noStrike">
                <a:solidFill>
                  <a:schemeClr val="dk1"/>
                </a:solidFill>
                <a:latin typeface="Trebuchet MS"/>
              </a:rPr>
              <a:t>Seasonal Agriculture Performance Analysis</a:t>
            </a:r>
            <a:endParaRPr b="0" lang="en-US" sz="3200" spc="-1" strike="noStrike">
              <a:solidFill>
                <a:schemeClr val="dk1"/>
              </a:solidFill>
              <a:latin typeface="Trebuchet MS"/>
            </a:endParaRPr>
          </a:p>
        </p:txBody>
      </p:sp>
      <p:sp>
        <p:nvSpPr>
          <p:cNvPr id="452" name="Text Placeholder 1"/>
          <p:cNvSpPr/>
          <p:nvPr/>
        </p:nvSpPr>
        <p:spPr>
          <a:xfrm>
            <a:off x="6400800" y="2793960"/>
            <a:ext cx="3311640" cy="861120"/>
          </a:xfrm>
          <a:prstGeom prst="rect">
            <a:avLst/>
          </a:prstGeom>
          <a:noFill/>
          <a:ln w="0">
            <a:noFill/>
          </a:ln>
        </p:spPr>
        <p:style>
          <a:lnRef idx="0"/>
          <a:fillRef idx="0"/>
          <a:effectRef idx="0"/>
          <a:fontRef idx="minor"/>
        </p:style>
        <p:txBody>
          <a:bodyPr anchor="t">
            <a:normAutofit/>
          </a:bodyPr>
          <a:p>
            <a:pPr defTabSz="457200">
              <a:lnSpc>
                <a:spcPct val="100000"/>
              </a:lnSpc>
              <a:spcBef>
                <a:spcPts val="1001"/>
              </a:spcBef>
              <a:tabLst>
                <a:tab algn="l" pos="0"/>
              </a:tabLst>
            </a:pPr>
            <a:endParaRPr b="1" lang="en-GB" sz="2400" spc="-1" strike="noStrike">
              <a:solidFill>
                <a:schemeClr val="accent4"/>
              </a:solidFill>
              <a:latin typeface="Trebuchet MS"/>
            </a:endParaRPr>
          </a:p>
        </p:txBody>
      </p:sp>
      <p:pic>
        <p:nvPicPr>
          <p:cNvPr id="453" name="Picture 5" descr=""/>
          <p:cNvPicPr/>
          <p:nvPr/>
        </p:nvPicPr>
        <p:blipFill>
          <a:blip r:embed="rId1"/>
          <a:srcRect l="0" t="96179" r="0" b="0"/>
          <a:stretch/>
        </p:blipFill>
        <p:spPr>
          <a:xfrm>
            <a:off x="676080" y="6472080"/>
            <a:ext cx="2142720" cy="192600"/>
          </a:xfrm>
          <a:prstGeom prst="rect">
            <a:avLst/>
          </a:prstGeom>
          <a:ln w="0">
            <a:noFill/>
          </a:ln>
        </p:spPr>
      </p:pic>
      <p:sp>
        <p:nvSpPr>
          <p:cNvPr id="454" name="TextBox 2"/>
          <p:cNvSpPr/>
          <p:nvPr/>
        </p:nvSpPr>
        <p:spPr>
          <a:xfrm>
            <a:off x="957240" y="4576320"/>
            <a:ext cx="3175920" cy="912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chemeClr val="dk1"/>
                </a:solidFill>
                <a:latin typeface="Trebuchet MS"/>
              </a:rPr>
              <a:t>AICTE STU ID : ( STU6a6caa6654c4e1785506406  )</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6">
                                  <p:stCondLst>
                                    <p:cond delay="0"/>
                                  </p:stCondLst>
                                  <p:childTnLst>
                                    <p:set>
                                      <p:cBhvr>
                                        <p:cTn id="6" dur="1" fill="hold">
                                          <p:stCondLst>
                                            <p:cond delay="0"/>
                                          </p:stCondLst>
                                        </p:cTn>
                                        <p:tgtEl>
                                          <p:spTgt spid="451"/>
                                        </p:tgtEl>
                                        <p:attrNameLst>
                                          <p:attrName>style.visibility</p:attrName>
                                        </p:attrNameLst>
                                      </p:cBhvr>
                                      <p:to>
                                        <p:strVal val="visible"/>
                                      </p:to>
                                    </p:set>
                                    <p:animEffect filter="wipe(down)" transition="in">
                                      <p:cBhvr additive="repl">
                                        <p:cTn id="7" dur="580">
                                          <p:stCondLst>
                                            <p:cond delay="0"/>
                                          </p:stCondLst>
                                        </p:cTn>
                                        <p:tgtEl>
                                          <p:spTgt spid="451"/>
                                        </p:tgtEl>
                                      </p:cBhvr>
                                    </p:animEffect>
                                    <p:anim calcmode="lin" valueType="num">
                                      <p:cBhvr additive="repl">
                                        <p:cTn id="8" dur="1822">
                                          <p:stCondLst>
                                            <p:cond delay="0"/>
                                          </p:stCondLst>
                                        </p:cTn>
                                        <p:tgtEl>
                                          <p:spTgt spid="451"/>
                                        </p:tgtEl>
                                        <p:attrNameLst>
                                          <p:attrName>ppt_x</p:attrName>
                                        </p:attrNameLst>
                                      </p:cBhvr>
                                      <p:tavLst>
                                        <p:tav tm="0">
                                          <p:val>
                                            <p:strVal val="#ppt_x-0.25"/>
                                          </p:val>
                                        </p:tav>
                                        <p:tav tm="100000">
                                          <p:val>
                                            <p:strVal val="#ppt_x"/>
                                          </p:val>
                                        </p:tav>
                                      </p:tavLst>
                                    </p:anim>
                                    <p:anim calcmode="lin" valueType="num">
                                      <p:cBhvr additive="repl">
                                        <p:cTn id="9" dur="664">
                                          <p:stCondLst>
                                            <p:cond delay="0"/>
                                          </p:stCondLst>
                                        </p:cTn>
                                        <p:tgtEl>
                                          <p:spTgt spid="451"/>
                                        </p:tgtEl>
                                        <p:attrNameLst>
                                          <p:attrName>ppt_y</p:attrName>
                                        </p:attrNameLst>
                                      </p:cBhvr>
                                      <p:tavLst>
                                        <p:tav fmla="y-sin(pi*$)/3" tm="0">
                                          <p:val>
                                            <p:fltVal val="0.5"/>
                                          </p:val>
                                        </p:tav>
                                        <p:tav fmla="y-sin(pi*$)/3" tm="100000">
                                          <p:val>
                                            <p:fltVal val="1"/>
                                          </p:val>
                                        </p:tav>
                                      </p:tavLst>
                                    </p:anim>
                                    <p:anim calcmode="lin" valueType="num">
                                      <p:cBhvr additive="repl">
                                        <p:cTn id="10" dur="664">
                                          <p:stCondLst>
                                            <p:cond delay="664"/>
                                          </p:stCondLst>
                                        </p:cTn>
                                        <p:tgtEl>
                                          <p:spTgt spid="451"/>
                                        </p:tgtEl>
                                        <p:attrNameLst>
                                          <p:attrName>ppt_y</p:attrName>
                                        </p:attrNameLst>
                                      </p:cBhvr>
                                      <p:tavLst>
                                        <p:tav fmla="y-sin(pi*$)/9" tm="0">
                                          <p:val>
                                            <p:fltVal val="0"/>
                                          </p:val>
                                        </p:tav>
                                        <p:tav fmla="y-sin(pi*$)/9" tm="100000">
                                          <p:val>
                                            <p:fltVal val="1"/>
                                          </p:val>
                                        </p:tav>
                                      </p:tavLst>
                                    </p:anim>
                                    <p:anim calcmode="lin" valueType="num">
                                      <p:cBhvr additive="repl">
                                        <p:cTn id="11" dur="332">
                                          <p:stCondLst>
                                            <p:cond delay="1324"/>
                                          </p:stCondLst>
                                        </p:cTn>
                                        <p:tgtEl>
                                          <p:spTgt spid="451"/>
                                        </p:tgtEl>
                                        <p:attrNameLst>
                                          <p:attrName>ppt_y</p:attrName>
                                        </p:attrNameLst>
                                      </p:cBhvr>
                                      <p:tavLst>
                                        <p:tav fmla="y-sin(pi*$)/27" tm="0">
                                          <p:val>
                                            <p:fltVal val="0"/>
                                          </p:val>
                                        </p:tav>
                                        <p:tav fmla="y-sin(pi*$)/27" tm="100000">
                                          <p:val>
                                            <p:fltVal val="1"/>
                                          </p:val>
                                        </p:tav>
                                      </p:tavLst>
                                    </p:anim>
                                    <p:anim calcmode="lin" valueType="num">
                                      <p:cBhvr additive="repl">
                                        <p:cTn id="12" dur="164">
                                          <p:stCondLst>
                                            <p:cond delay="1656"/>
                                          </p:stCondLst>
                                        </p:cTn>
                                        <p:tgtEl>
                                          <p:spTgt spid="451"/>
                                        </p:tgtEl>
                                        <p:attrNameLst>
                                          <p:attrName>ppt_y</p:attrName>
                                        </p:attrNameLst>
                                      </p:cBhvr>
                                      <p:tavLst>
                                        <p:tav fmla="y-sin(pi*$)/81" tm="0">
                                          <p:val>
                                            <p:fltVal val="0"/>
                                          </p:val>
                                        </p:tav>
                                        <p:tav fmla="y-sin(pi*$)/81" tm="100000">
                                          <p:val>
                                            <p:fltVal val="1"/>
                                          </p:val>
                                        </p:tav>
                                      </p:tavLst>
                                    </p:anim>
                                    <p:animScale>
                                      <p:cBhvr>
                                        <p:cTn id="13" dur="26" fill="hold">
                                          <p:stCondLst>
                                            <p:cond delay="650"/>
                                          </p:stCondLst>
                                        </p:cTn>
                                        <p:tgtEl>
                                          <p:spTgt spid="451"/>
                                        </p:tgtEl>
                                      </p:cBhvr>
                                      <p:to x="100000" y="60000"/>
                                    </p:animScale>
                                    <p:animScale>
                                      <p:cBhvr>
                                        <p:cTn id="14" dur="166" fill="hold">
                                          <p:stCondLst>
                                            <p:cond delay="676"/>
                                          </p:stCondLst>
                                        </p:cTn>
                                        <p:tgtEl>
                                          <p:spTgt spid="451"/>
                                        </p:tgtEl>
                                      </p:cBhvr>
                                      <p:to x="100000" y="100000"/>
                                    </p:animScale>
                                    <p:animScale>
                                      <p:cBhvr>
                                        <p:cTn id="15" dur="26" fill="hold">
                                          <p:stCondLst>
                                            <p:cond delay="1312"/>
                                          </p:stCondLst>
                                        </p:cTn>
                                        <p:tgtEl>
                                          <p:spTgt spid="451"/>
                                        </p:tgtEl>
                                      </p:cBhvr>
                                      <p:to x="100000" y="80000"/>
                                    </p:animScale>
                                    <p:animScale>
                                      <p:cBhvr>
                                        <p:cTn id="16" dur="166" fill="hold">
                                          <p:stCondLst>
                                            <p:cond delay="1338"/>
                                          </p:stCondLst>
                                        </p:cTn>
                                        <p:tgtEl>
                                          <p:spTgt spid="451"/>
                                        </p:tgtEl>
                                      </p:cBhvr>
                                      <p:to x="100000" y="100000"/>
                                    </p:animScale>
                                    <p:animScale>
                                      <p:cBhvr>
                                        <p:cTn id="17" dur="26" fill="hold">
                                          <p:stCondLst>
                                            <p:cond delay="1642"/>
                                          </p:stCondLst>
                                        </p:cTn>
                                        <p:tgtEl>
                                          <p:spTgt spid="451"/>
                                        </p:tgtEl>
                                      </p:cBhvr>
                                      <p:to x="100000" y="90000"/>
                                    </p:animScale>
                                    <p:animScale>
                                      <p:cBhvr>
                                        <p:cTn id="18" dur="166" fill="hold">
                                          <p:stCondLst>
                                            <p:cond delay="1668"/>
                                          </p:stCondLst>
                                        </p:cTn>
                                        <p:tgtEl>
                                          <p:spTgt spid="451"/>
                                        </p:tgtEl>
                                      </p:cBhvr>
                                      <p:to x="100000" y="100000"/>
                                    </p:animScale>
                                    <p:animScale>
                                      <p:cBhvr>
                                        <p:cTn id="19" dur="26" fill="hold">
                                          <p:stCondLst>
                                            <p:cond delay="1808"/>
                                          </p:stCondLst>
                                        </p:cTn>
                                        <p:tgtEl>
                                          <p:spTgt spid="451"/>
                                        </p:tgtEl>
                                      </p:cBhvr>
                                      <p:to x="100000" y="95000"/>
                                    </p:animScale>
                                    <p:animScale>
                                      <p:cBhvr>
                                        <p:cTn id="20" dur="166" fill="hold">
                                          <p:stCondLst>
                                            <p:cond delay="1834"/>
                                          </p:stCondLst>
                                        </p:cTn>
                                        <p:tgtEl>
                                          <p:spTgt spid="451"/>
                                        </p:tgtEl>
                                      </p:cBhvr>
                                      <p:to x="100000" y="100000"/>
                                    </p:animScale>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53" presetSubtype="16">
                                  <p:stCondLst>
                                    <p:cond delay="0"/>
                                  </p:stCondLst>
                                  <p:endCondLst>
                                    <p:cond delay="0" evt="begin">
                                      <p:tn val="23"/>
                                    </p:cond>
                                  </p:endCondLst>
                                  <p:childTnLst>
                                    <p:set>
                                      <p:cBhvr>
                                        <p:cTn id="24" dur="1" fill="hold">
                                          <p:stCondLst>
                                            <p:cond delay="0"/>
                                          </p:stCondLst>
                                        </p:cTn>
                                        <p:tgtEl>
                                          <p:spTgt spid="452"/>
                                        </p:tgtEl>
                                        <p:attrNameLst>
                                          <p:attrName>style.visibility</p:attrName>
                                        </p:attrNameLst>
                                      </p:cBhvr>
                                      <p:to>
                                        <p:strVal val="visible"/>
                                      </p:to>
                                    </p:set>
                                    <p:anim calcmode="lin" valueType="num">
                                      <p:cBhvr additive="repl">
                                        <p:cTn id="25" dur="500" fill="hold"/>
                                        <p:tgtEl>
                                          <p:spTgt spid="452"/>
                                        </p:tgtEl>
                                        <p:attrNameLst>
                                          <p:attrName>ppt_w</p:attrName>
                                        </p:attrNameLst>
                                      </p:cBhvr>
                                      <p:tavLst>
                                        <p:tav tm="0">
                                          <p:val>
                                            <p:fltVal val="0"/>
                                          </p:val>
                                        </p:tav>
                                        <p:tav tm="100000">
                                          <p:val>
                                            <p:strVal val="#ppt_w"/>
                                          </p:val>
                                        </p:tav>
                                      </p:tavLst>
                                    </p:anim>
                                    <p:anim calcmode="lin" valueType="num">
                                      <p:cBhvr additive="repl">
                                        <p:cTn id="26" dur="500" fill="hold"/>
                                        <p:tgtEl>
                                          <p:spTgt spid="452"/>
                                        </p:tgtEl>
                                        <p:attrNameLst>
                                          <p:attrName>ppt_h</p:attrName>
                                        </p:attrNameLst>
                                      </p:cBhvr>
                                      <p:tavLst>
                                        <p:tav tm="0">
                                          <p:val>
                                            <p:fltVal val="0"/>
                                          </p:val>
                                        </p:tav>
                                        <p:tav tm="100000">
                                          <p:val>
                                            <p:strVal val="#ppt_h"/>
                                          </p:val>
                                        </p:tav>
                                      </p:tavLst>
                                    </p:anim>
                                    <p:animEffect filter="fade" transition="in">
                                      <p:cBhvr additive="repl">
                                        <p:cTn id="27" dur="500"/>
                                        <p:tgtEl>
                                          <p:spTgt spid="452"/>
                                        </p:tgtEl>
                                      </p:cBhvr>
                                    </p:animEffect>
                                  </p:childTnLst>
                                </p:cTn>
                              </p:par>
                            </p:childTnLst>
                          </p:cTn>
                        </p:par>
                      </p:childTnLst>
                    </p:cTn>
                  </p:par>
                  <p:par>
                    <p:cTn id="28" fill="hold">
                      <p:stCondLst>
                        <p:cond delay="indefinite"/>
                      </p:stCondLst>
                      <p:childTnLst>
                        <p:par>
                          <p:cTn id="29" fill="hold">
                            <p:stCondLst>
                              <p:cond delay="0"/>
                            </p:stCondLst>
                            <p:childTnLst>
                              <p:par>
                                <p:cTn id="30" nodeType="clickEffect" fill="hold" presetClass="entr" presetID="14" presetSubtype="10">
                                  <p:stCondLst>
                                    <p:cond delay="0"/>
                                  </p:stCondLst>
                                  <p:childTnLst>
                                    <p:set>
                                      <p:cBhvr>
                                        <p:cTn id="31" dur="1" fill="hold">
                                          <p:stCondLst>
                                            <p:cond delay="0"/>
                                          </p:stCondLst>
                                        </p:cTn>
                                        <p:tgtEl>
                                          <p:spTgt spid="450">
                                            <p:txEl>
                                              <p:pRg st="0" end="0"/>
                                            </p:txEl>
                                          </p:spTgt>
                                        </p:tgtEl>
                                        <p:attrNameLst>
                                          <p:attrName>style.visibility</p:attrName>
                                        </p:attrNameLst>
                                      </p:cBhvr>
                                      <p:to>
                                        <p:strVal val="visible"/>
                                      </p:to>
                                    </p:set>
                                    <p:animEffect filter="randombar(horizontal)" transition="in">
                                      <p:cBhvr additive="repl">
                                        <p:cTn id="32" dur="500"/>
                                        <p:tgtEl>
                                          <p:spTgt spid="45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4" presetSubtype="10">
                                  <p:stCondLst>
                                    <p:cond delay="0"/>
                                  </p:stCondLst>
                                  <p:childTnLst>
                                    <p:set>
                                      <p:cBhvr>
                                        <p:cTn id="36" dur="1" fill="hold">
                                          <p:stCondLst>
                                            <p:cond delay="0"/>
                                          </p:stCondLst>
                                        </p:cTn>
                                        <p:tgtEl>
                                          <p:spTgt spid="450">
                                            <p:txEl>
                                              <p:pRg st="1" end="1"/>
                                            </p:txEl>
                                          </p:spTgt>
                                        </p:tgtEl>
                                        <p:attrNameLst>
                                          <p:attrName>style.visibility</p:attrName>
                                        </p:attrNameLst>
                                      </p:cBhvr>
                                      <p:to>
                                        <p:strVal val="visible"/>
                                      </p:to>
                                    </p:set>
                                    <p:animEffect filter="randombar(horizontal)" transition="in">
                                      <p:cBhvr additive="repl">
                                        <p:cTn id="37" dur="500"/>
                                        <p:tgtEl>
                                          <p:spTgt spid="450">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p:nvPr>
        </p:nvSpPr>
        <p:spPr>
          <a:xfrm>
            <a:off x="1046520" y="1875600"/>
            <a:ext cx="6431040" cy="3607560"/>
          </a:xfrm>
          <a:prstGeom prst="rect">
            <a:avLst/>
          </a:prstGeom>
          <a:noFill/>
          <a:ln w="0">
            <a:noFill/>
          </a:ln>
        </p:spPr>
        <p:txBody>
          <a:bodyPr lIns="91440" rIns="91440" tIns="45720" bIns="45720" anchor="t">
            <a:normAutofit fontScale="68456" lnSpcReduction="10000"/>
          </a:bodyPr>
          <a:p>
            <a:pPr marL="343080" indent="-343080" defTabSz="457200">
              <a:lnSpc>
                <a:spcPct val="100000"/>
              </a:lnSpc>
              <a:spcBef>
                <a:spcPts val="1001"/>
              </a:spcBef>
              <a:buClr>
                <a:srgbClr val="2e946b"/>
              </a:buClr>
              <a:buSzPct val="80000"/>
              <a:buFont typeface="Wingdings" charset="2"/>
              <a:buChar char=""/>
            </a:pPr>
            <a:r>
              <a:rPr b="0" lang="en-IN" sz="2800" spc="-1" strike="noStrike">
                <a:solidFill>
                  <a:schemeClr val="dk1">
                    <a:lumMod val="75000"/>
                    <a:lumOff val="25000"/>
                  </a:schemeClr>
                </a:solidFill>
                <a:latin typeface="Trebuchet MS"/>
              </a:rPr>
              <a:t>(</a:t>
            </a:r>
            <a:r>
              <a:rPr b="0" lang="en-US" sz="2800" spc="-1" strike="noStrike">
                <a:solidFill>
                  <a:schemeClr val="dk1">
                    <a:lumMod val="75000"/>
                    <a:lumOff val="25000"/>
                  </a:schemeClr>
                </a:solidFill>
                <a:latin typeface="Trebuchet MS"/>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b="0" lang="en-US" sz="2800" spc="-1" strike="noStrike">
              <a:solidFill>
                <a:schemeClr val="dk1">
                  <a:lumMod val="75000"/>
                  <a:lumOff val="25000"/>
                </a:schemeClr>
              </a:solidFill>
              <a:latin typeface="Trebuchet MS"/>
            </a:endParaRPr>
          </a:p>
        </p:txBody>
      </p:sp>
      <p:sp>
        <p:nvSpPr>
          <p:cNvPr id="456" name="PlaceHolder 2"/>
          <p:cNvSpPr>
            <a:spLocks noGrp="1"/>
          </p:cNvSpPr>
          <p:nvPr>
            <p:ph type="title"/>
          </p:nvPr>
        </p:nvSpPr>
        <p:spPr>
          <a:xfrm>
            <a:off x="754560" y="550440"/>
            <a:ext cx="6995160" cy="789840"/>
          </a:xfrm>
          <a:prstGeom prst="rect">
            <a:avLst/>
          </a:prstGeom>
          <a:noFill/>
          <a:ln w="0">
            <a:noFill/>
          </a:ln>
        </p:spPr>
        <p:txBody>
          <a:bodyPr lIns="91440" rIns="91440" tIns="45720" bIns="45720" anchor="t">
            <a:normAutofit fontScale="98144"/>
          </a:bodyPr>
          <a:p>
            <a:pPr indent="0" defTabSz="457200">
              <a:lnSpc>
                <a:spcPct val="100000"/>
              </a:lnSpc>
              <a:buNone/>
            </a:pPr>
            <a:r>
              <a:rPr b="1" lang="en-US" sz="4800" spc="-1" strike="noStrike">
                <a:solidFill>
                  <a:schemeClr val="dk1"/>
                </a:solidFill>
                <a:latin typeface="Trebuchet MS"/>
              </a:rPr>
              <a:t>PROBLEM  STATEMENT</a:t>
            </a:r>
            <a:endParaRPr b="0" lang="en-US" sz="4800" spc="-1" strike="noStrike">
              <a:solidFill>
                <a:schemeClr val="dk1"/>
              </a:solidFill>
              <a:latin typeface="Trebuchet MS"/>
            </a:endParaRPr>
          </a:p>
        </p:txBody>
      </p:sp>
      <p:pic>
        <p:nvPicPr>
          <p:cNvPr id="457" name="Picture 4" descr=""/>
          <p:cNvPicPr/>
          <p:nvPr/>
        </p:nvPicPr>
        <p:blipFill>
          <a:blip r:embed="rId1"/>
          <a:stretch/>
        </p:blipFill>
        <p:spPr>
          <a:xfrm>
            <a:off x="7995600" y="2930760"/>
            <a:ext cx="2760480" cy="3264120"/>
          </a:xfrm>
          <a:prstGeom prst="rect">
            <a:avLst/>
          </a:prstGeom>
          <a:ln w="0">
            <a:noFill/>
          </a:ln>
        </p:spPr>
      </p:pic>
      <p:pic>
        <p:nvPicPr>
          <p:cNvPr id="458" name="Picture 5" descr=""/>
          <p:cNvPicPr/>
          <p:nvPr/>
        </p:nvPicPr>
        <p:blipFill>
          <a:blip r:embed="rId2"/>
          <a:srcRect l="0" t="96179" r="0" b="0"/>
          <a:stretch/>
        </p:blipFill>
        <p:spPr>
          <a:xfrm>
            <a:off x="676080" y="6472080"/>
            <a:ext cx="2142720" cy="192600"/>
          </a:xfrm>
          <a:prstGeom prst="rect">
            <a:avLst/>
          </a:prstGeom>
          <a:ln w="0">
            <a:noFill/>
          </a:ln>
        </p:spPr>
      </p:pic>
    </p:spTree>
  </p:cSld>
  <mc:AlternateContent>
    <mc:Choice Requires="p14">
      <p:transition spd="slow" p14:dur="2000"/>
    </mc:Choice>
    <mc:Fallback>
      <p:transition spd="slow"/>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nodeType="clickEffect" fill="hold" presetClass="entr" presetID="53" presetSubtype="16">
                                  <p:stCondLst>
                                    <p:cond delay="0"/>
                                  </p:stCondLst>
                                  <p:childTnLst>
                                    <p:set>
                                      <p:cBhvr>
                                        <p:cTn id="43" dur="1" fill="hold">
                                          <p:stCondLst>
                                            <p:cond delay="0"/>
                                          </p:stCondLst>
                                        </p:cTn>
                                        <p:tgtEl>
                                          <p:spTgt spid="456"/>
                                        </p:tgtEl>
                                        <p:attrNameLst>
                                          <p:attrName>style.visibility</p:attrName>
                                        </p:attrNameLst>
                                      </p:cBhvr>
                                      <p:to>
                                        <p:strVal val="visible"/>
                                      </p:to>
                                    </p:set>
                                    <p:anim calcmode="lin" valueType="num">
                                      <p:cBhvr additive="repl">
                                        <p:cTn id="44" dur="500" fill="hold"/>
                                        <p:tgtEl>
                                          <p:spTgt spid="456"/>
                                        </p:tgtEl>
                                        <p:attrNameLst>
                                          <p:attrName>ppt_w</p:attrName>
                                        </p:attrNameLst>
                                      </p:cBhvr>
                                      <p:tavLst>
                                        <p:tav tm="0">
                                          <p:val>
                                            <p:fltVal val="0"/>
                                          </p:val>
                                        </p:tav>
                                        <p:tav tm="100000">
                                          <p:val>
                                            <p:strVal val="#ppt_w"/>
                                          </p:val>
                                        </p:tav>
                                      </p:tavLst>
                                    </p:anim>
                                    <p:anim calcmode="lin" valueType="num">
                                      <p:cBhvr additive="repl">
                                        <p:cTn id="45" dur="500" fill="hold"/>
                                        <p:tgtEl>
                                          <p:spTgt spid="456"/>
                                        </p:tgtEl>
                                        <p:attrNameLst>
                                          <p:attrName>ppt_h</p:attrName>
                                        </p:attrNameLst>
                                      </p:cBhvr>
                                      <p:tavLst>
                                        <p:tav tm="0">
                                          <p:val>
                                            <p:fltVal val="0"/>
                                          </p:val>
                                        </p:tav>
                                        <p:tav tm="100000">
                                          <p:val>
                                            <p:strVal val="#ppt_h"/>
                                          </p:val>
                                        </p:tav>
                                      </p:tavLst>
                                    </p:anim>
                                    <p:animEffect filter="fade" transition="in">
                                      <p:cBhvr additive="repl">
                                        <p:cTn id="46" dur="500"/>
                                        <p:tgtEl>
                                          <p:spTgt spid="456"/>
                                        </p:tgtEl>
                                      </p:cBhvr>
                                    </p:animEffec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42">
                                  <p:stCondLst>
                                    <p:cond delay="0"/>
                                  </p:stCondLst>
                                  <p:childTnLst>
                                    <p:set>
                                      <p:cBhvr>
                                        <p:cTn id="50" dur="1" fill="hold">
                                          <p:stCondLst>
                                            <p:cond delay="0"/>
                                          </p:stCondLst>
                                        </p:cTn>
                                        <p:tgtEl>
                                          <p:spTgt spid="455">
                                            <p:txEl>
                                              <p:pRg st="0" end="0"/>
                                            </p:txEl>
                                          </p:spTgt>
                                        </p:tgtEl>
                                        <p:attrNameLst>
                                          <p:attrName>style.visibility</p:attrName>
                                        </p:attrNameLst>
                                      </p:cBhvr>
                                      <p:to>
                                        <p:strVal val="visible"/>
                                      </p:to>
                                    </p:set>
                                    <p:animEffect filter="fade" transition="in">
                                      <p:cBhvr additive="repl">
                                        <p:cTn id="51" dur="1000"/>
                                        <p:tgtEl>
                                          <p:spTgt spid="455">
                                            <p:txEl>
                                              <p:pRg st="0" end="0"/>
                                            </p:txEl>
                                          </p:spTgt>
                                        </p:tgtEl>
                                      </p:cBhvr>
                                    </p:animEffect>
                                    <p:anim calcmode="lin" valueType="num">
                                      <p:cBhvr additive="repl">
                                        <p:cTn id="52" dur="1000" fill="hold"/>
                                        <p:tgtEl>
                                          <p:spTgt spid="455">
                                            <p:txEl>
                                              <p:pRg st="0" end="0"/>
                                            </p:txEl>
                                          </p:spTgt>
                                        </p:tgtEl>
                                        <p:attrNameLst>
                                          <p:attrName>ppt_x</p:attrName>
                                        </p:attrNameLst>
                                      </p:cBhvr>
                                      <p:tavLst>
                                        <p:tav tm="0">
                                          <p:val>
                                            <p:strVal val="#ppt_x"/>
                                          </p:val>
                                        </p:tav>
                                        <p:tav tm="100000">
                                          <p:val>
                                            <p:strVal val="#ppt_x"/>
                                          </p:val>
                                        </p:tav>
                                      </p:tavLst>
                                    </p:anim>
                                    <p:anim calcmode="lin" valueType="num">
                                      <p:cBhvr additive="repl">
                                        <p:cTn id="53" dur="1000" fill="hold"/>
                                        <p:tgtEl>
                                          <p:spTgt spid="45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sp>
        <p:nvSpPr>
          <p:cNvPr id="459" name="PlaceHolder 1"/>
          <p:cNvSpPr>
            <a:spLocks noGrp="1"/>
          </p:cNvSpPr>
          <p:nvPr>
            <p:ph type="title"/>
          </p:nvPr>
        </p:nvSpPr>
        <p:spPr>
          <a:xfrm>
            <a:off x="660240" y="805320"/>
            <a:ext cx="8519760" cy="5314680"/>
          </a:xfrm>
          <a:prstGeom prst="rect">
            <a:avLst/>
          </a:prstGeom>
          <a:noFill/>
          <a:ln w="0">
            <a:noFill/>
          </a:ln>
        </p:spPr>
        <p:txBody>
          <a:bodyPr lIns="91440" rIns="91440" tIns="45720" bIns="45720" anchor="t">
            <a:normAutofit fontScale="37299" lnSpcReduction="10000"/>
          </a:bodyPr>
          <a:p>
            <a:pPr indent="0" defTabSz="457200">
              <a:lnSpc>
                <a:spcPct val="100000"/>
              </a:lnSpc>
              <a:buNone/>
            </a:pPr>
            <a:r>
              <a:rPr b="1" lang="en-GB" sz="4800" spc="-1" strike="noStrike">
                <a:solidFill>
                  <a:schemeClr val="dk1"/>
                </a:solidFill>
                <a:latin typeface="Trebuchet MS"/>
              </a:rPr>
              <a:t>Project Description</a:t>
            </a:r>
            <a:br>
              <a:rPr sz="4800"/>
            </a:br>
            <a:br>
              <a:rPr sz="4800"/>
            </a:br>
            <a:r>
              <a:rPr b="1" lang="en-GB" sz="4800" spc="-1" strike="noStrike">
                <a:solidFill>
                  <a:schemeClr val="dk1"/>
                </a:solidFill>
                <a:latin typeface="Trebuchet MS"/>
              </a:rPr>
              <a:t>This project, titled 'Seasonal Agriculture Performance Analysis', is a major data analytics endeavour focused on the agricultural domain. The primary goal was to investigate how agricultural performance varies across different seasons, identifying meaningful patterns, trends, relationships, and variations within a given dataset. The analysis addressed the problem of how seasonal variations in environmental conditions and farming practices impact agricultural outcomes.</a:t>
            </a:r>
            <a:br>
              <a:rPr sz="4800"/>
            </a:br>
            <a:br>
              <a:rPr sz="4800"/>
            </a:br>
            <a:r>
              <a:rPr b="1" lang="en-IN" sz="4800" spc="-1" strike="noStrike">
                <a:solidFill>
                  <a:schemeClr val="dk1"/>
                </a:solidFill>
                <a:latin typeface="Trebuchet MS"/>
              </a:rPr>
              <a:t>My</a:t>
            </a:r>
            <a:r>
              <a:rPr b="1" lang="en-GB" sz="4800" spc="-1" strike="noStrike">
                <a:solidFill>
                  <a:schemeClr val="dk1"/>
                </a:solidFill>
                <a:latin typeface="Trebuchet MS"/>
              </a:rPr>
              <a:t> objectives included understanding the dataset's structure, cleaning and preparing the data, exploring seasonal patterns, performing statistical analysis, and investigating relationships among relevant variables to compare agricultural performance across seasons and other meaningful groups. Through this work, key revelations emerged regarding seasonal impacts on profitability, crop-specific performance, and resource utilization efficiency, leading to data-driven insights and recommendations for enhanced agricultural sustainability and profitability.</a:t>
            </a:r>
            <a:br>
              <a:rPr sz="4800"/>
            </a:br>
            <a:br>
              <a:rPr sz="4800"/>
            </a:br>
            <a:br>
              <a:rPr sz="4800"/>
            </a:br>
            <a:endParaRPr b="0" lang="en-US" sz="4800" spc="-1" strike="noStrike">
              <a:solidFill>
                <a:schemeClr val="dk1"/>
              </a:solidFill>
              <a:latin typeface="Trebuchet MS"/>
            </a:endParaRPr>
          </a:p>
        </p:txBody>
      </p:sp>
      <p:pic>
        <p:nvPicPr>
          <p:cNvPr id="460" name="Picture 4" descr=""/>
          <p:cNvPicPr/>
          <p:nvPr/>
        </p:nvPicPr>
        <p:blipFill>
          <a:blip r:embed="rId1"/>
          <a:srcRect l="0" t="96179" r="0" b="0"/>
          <a:stretch/>
        </p:blipFill>
        <p:spPr>
          <a:xfrm>
            <a:off x="676080" y="6472080"/>
            <a:ext cx="2142720" cy="192600"/>
          </a:xfrm>
          <a:prstGeom prst="rect">
            <a:avLst/>
          </a:prstGeom>
          <a:ln w="0">
            <a:noFill/>
          </a:ln>
        </p:spPr>
      </p:pic>
      <p:pic>
        <p:nvPicPr>
          <p:cNvPr id="461" name="Picture 5" descr=""/>
          <p:cNvPicPr/>
          <p:nvPr/>
        </p:nvPicPr>
        <p:blipFill>
          <a:blip r:embed="rId2"/>
          <a:stretch/>
        </p:blipFill>
        <p:spPr>
          <a:xfrm>
            <a:off x="467280" y="6410520"/>
            <a:ext cx="3705840" cy="295560"/>
          </a:xfrm>
          <a:prstGeom prst="rect">
            <a:avLst/>
          </a:prstGeom>
          <a:ln w="0">
            <a:noFill/>
          </a:ln>
        </p:spPr>
      </p:pic>
    </p:spTree>
  </p:cSld>
  <mc:AlternateContent>
    <mc:Choice Requires="p14">
      <p:transition spd="slow" p14:dur="2000"/>
    </mc:Choice>
    <mc:Fallback>
      <p:transition spd="slow"/>
    </mc:Fallback>
  </mc:AlternateContent>
  <p:timing>
    <p:tnLst>
      <p:par>
        <p:cTn id="54" dur="indefinite" restart="never" nodeType="tmRoot">
          <p:childTnLst>
            <p:seq>
              <p:cTn id="55" dur="indefinite" nodeType="mainSeq">
                <p:childTnLst>
                  <p:par>
                    <p:cTn id="56" fill="hold">
                      <p:stCondLst>
                        <p:cond delay="indefinite"/>
                      </p:stCondLst>
                      <p:childTnLst>
                        <p:par>
                          <p:cTn id="57" fill="hold">
                            <p:stCondLst>
                              <p:cond delay="0"/>
                            </p:stCondLst>
                            <p:childTnLst>
                              <p:par>
                                <p:cTn id="58" nodeType="clickEffect" fill="hold" presetClass="entr" presetID="53" presetSubtype="16">
                                  <p:stCondLst>
                                    <p:cond delay="0"/>
                                  </p:stCondLst>
                                  <p:childTnLst>
                                    <p:set>
                                      <p:cBhvr>
                                        <p:cTn id="59" dur="1" fill="hold">
                                          <p:stCondLst>
                                            <p:cond delay="0"/>
                                          </p:stCondLst>
                                        </p:cTn>
                                        <p:tgtEl>
                                          <p:spTgt spid="459"/>
                                        </p:tgtEl>
                                        <p:attrNameLst>
                                          <p:attrName>style.visibility</p:attrName>
                                        </p:attrNameLst>
                                      </p:cBhvr>
                                      <p:to>
                                        <p:strVal val="visible"/>
                                      </p:to>
                                    </p:set>
                                    <p:anim calcmode="lin" valueType="num">
                                      <p:cBhvr additive="repl">
                                        <p:cTn id="60" dur="500" fill="hold"/>
                                        <p:tgtEl>
                                          <p:spTgt spid="459"/>
                                        </p:tgtEl>
                                        <p:attrNameLst>
                                          <p:attrName>ppt_w</p:attrName>
                                        </p:attrNameLst>
                                      </p:cBhvr>
                                      <p:tavLst>
                                        <p:tav tm="0">
                                          <p:val>
                                            <p:fltVal val="0"/>
                                          </p:val>
                                        </p:tav>
                                        <p:tav tm="100000">
                                          <p:val>
                                            <p:strVal val="#ppt_w"/>
                                          </p:val>
                                        </p:tav>
                                      </p:tavLst>
                                    </p:anim>
                                    <p:anim calcmode="lin" valueType="num">
                                      <p:cBhvr additive="repl">
                                        <p:cTn id="61" dur="500" fill="hold"/>
                                        <p:tgtEl>
                                          <p:spTgt spid="459"/>
                                        </p:tgtEl>
                                        <p:attrNameLst>
                                          <p:attrName>ppt_h</p:attrName>
                                        </p:attrNameLst>
                                      </p:cBhvr>
                                      <p:tavLst>
                                        <p:tav tm="0">
                                          <p:val>
                                            <p:fltVal val="0"/>
                                          </p:val>
                                        </p:tav>
                                        <p:tav tm="100000">
                                          <p:val>
                                            <p:strVal val="#ppt_h"/>
                                          </p:val>
                                        </p:tav>
                                      </p:tavLst>
                                    </p:anim>
                                    <p:animEffect filter="fade" transition="in">
                                      <p:cBhvr additive="repl">
                                        <p:cTn id="62" dur="5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p:nvPr>
        </p:nvSpPr>
        <p:spPr>
          <a:xfrm>
            <a:off x="721440" y="1991520"/>
            <a:ext cx="7904160" cy="3989520"/>
          </a:xfrm>
          <a:prstGeom prst="rect">
            <a:avLst/>
          </a:prstGeom>
          <a:noFill/>
          <a:ln w="0">
            <a:noFill/>
          </a:ln>
        </p:spPr>
        <p:txBody>
          <a:bodyPr lIns="91440" rIns="91440" tIns="45720" bIns="45720" anchor="t">
            <a:normAutofit fontScale="74952"/>
          </a:bodyPr>
          <a:p>
            <a:pPr marL="343080" indent="0" defTabSz="457200">
              <a:lnSpc>
                <a:spcPct val="100000"/>
              </a:lnSpc>
              <a:spcBef>
                <a:spcPts val="1001"/>
              </a:spcBef>
              <a:buNone/>
            </a:pPr>
            <a:r>
              <a:rPr b="0" lang="en-US" sz="2000" spc="-1" strike="noStrike">
                <a:solidFill>
                  <a:schemeClr val="dk1">
                    <a:lumMod val="75000"/>
                    <a:lumOff val="25000"/>
                  </a:schemeClr>
                </a:solidFill>
                <a:latin typeface="Trebuchet MS"/>
              </a:rPr>
              <a:t>The end-users for this seasonal agriculture performance analysis would primarily be:</a:t>
            </a:r>
            <a:endParaRPr b="0" lang="en-US" sz="20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Farmers: To help them make informed decisions on crop selection, resource allocation, and risk management based on seasonal profitability and yield volatility.</a:t>
            </a:r>
            <a:endParaRPr b="0" lang="en-US" sz="20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Agricultural Policy Makers and Government Bodies: To guide decisions on subsidies, crop support programs, irrigation infrastructure, and sustainable farming practices.</a:t>
            </a:r>
            <a:endParaRPr b="0" lang="en-US" sz="20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Agricultural Scientists and Researchers: To provide a foundation for further research into crop optimization, environmental impacts, and new agricultural technologies.</a:t>
            </a:r>
            <a:endParaRPr b="0" lang="en-US" sz="20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Financial Institutions and Insurance Companies: To develop tailored loan products, crop insurance schemes, and risk assessment models for the agricultural sector.</a:t>
            </a:r>
            <a:endParaRPr b="0" lang="en-US" sz="20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Input Suppliers: Such as fertilizer and pesticide companies, to understand demand patterns and optimize their product offerings.</a:t>
            </a:r>
            <a:endParaRPr b="0" lang="en-US" sz="2000" spc="-1" strike="noStrike">
              <a:solidFill>
                <a:schemeClr val="dk1">
                  <a:lumMod val="75000"/>
                  <a:lumOff val="25000"/>
                </a:schemeClr>
              </a:solidFill>
              <a:latin typeface="Trebuchet MS"/>
            </a:endParaRPr>
          </a:p>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Market Analysts and Traders: To predict supply and pricing trends for various crops across different seasons.</a:t>
            </a:r>
            <a:endParaRPr b="0" lang="en-US" sz="2000" spc="-1" strike="noStrike">
              <a:solidFill>
                <a:schemeClr val="dk1">
                  <a:lumMod val="75000"/>
                  <a:lumOff val="25000"/>
                </a:schemeClr>
              </a:solidFill>
              <a:latin typeface="Trebuchet MS"/>
            </a:endParaRPr>
          </a:p>
        </p:txBody>
      </p:sp>
      <p:sp>
        <p:nvSpPr>
          <p:cNvPr id="463" name="PlaceHolder 2"/>
          <p:cNvSpPr>
            <a:spLocks noGrp="1"/>
          </p:cNvSpPr>
          <p:nvPr>
            <p:ph type="title"/>
          </p:nvPr>
        </p:nvSpPr>
        <p:spPr>
          <a:xfrm>
            <a:off x="619920" y="876600"/>
            <a:ext cx="10045800" cy="802440"/>
          </a:xfrm>
          <a:prstGeom prst="rect">
            <a:avLst/>
          </a:prstGeom>
          <a:noFill/>
          <a:ln w="0">
            <a:noFill/>
          </a:ln>
        </p:spPr>
        <p:txBody>
          <a:bodyPr lIns="91440" rIns="91440" tIns="45720" bIns="45720" anchor="t">
            <a:normAutofit/>
          </a:bodyPr>
          <a:p>
            <a:pPr indent="0" defTabSz="457200">
              <a:lnSpc>
                <a:spcPct val="100000"/>
              </a:lnSpc>
              <a:buNone/>
            </a:pPr>
            <a:r>
              <a:rPr b="1" lang="en-US" sz="3200" spc="-1" strike="noStrike">
                <a:solidFill>
                  <a:schemeClr val="dk1"/>
                </a:solidFill>
                <a:latin typeface="Trebuchet MS"/>
              </a:rPr>
              <a:t>WHO ARE THE END USERS?</a:t>
            </a:r>
            <a:endParaRPr b="0" lang="en-US" sz="3200" spc="-1" strike="noStrike">
              <a:solidFill>
                <a:schemeClr val="dk1"/>
              </a:solidFill>
              <a:latin typeface="Trebuchet MS"/>
            </a:endParaRPr>
          </a:p>
        </p:txBody>
      </p:sp>
      <p:pic>
        <p:nvPicPr>
          <p:cNvPr id="464" name="Picture 5" descr=""/>
          <p:cNvPicPr/>
          <p:nvPr/>
        </p:nvPicPr>
        <p:blipFill>
          <a:blip r:embed="rId1"/>
          <a:stretch/>
        </p:blipFill>
        <p:spPr>
          <a:xfrm>
            <a:off x="721440" y="6176880"/>
            <a:ext cx="2180880" cy="485280"/>
          </a:xfrm>
          <a:prstGeom prst="rect">
            <a:avLst/>
          </a:prstGeom>
          <a:ln w="0">
            <a:noFill/>
          </a:ln>
        </p:spPr>
      </p:pic>
    </p:spTree>
  </p:cSld>
  <mc:AlternateContent>
    <mc:Choice Requires="p14">
      <p:transition spd="slow" p14:dur="2000"/>
    </mc:Choice>
    <mc:Fallback>
      <p:transition spd="slow"/>
    </mc:Fallback>
  </mc:AlternateContent>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nodeType="clickEffect" fill="hold" presetClass="entr" presetID="53" presetSubtype="16">
                                  <p:stCondLst>
                                    <p:cond delay="0"/>
                                  </p:stCondLst>
                                  <p:childTnLst>
                                    <p:set>
                                      <p:cBhvr>
                                        <p:cTn id="68" dur="1" fill="hold">
                                          <p:stCondLst>
                                            <p:cond delay="0"/>
                                          </p:stCondLst>
                                        </p:cTn>
                                        <p:tgtEl>
                                          <p:spTgt spid="463"/>
                                        </p:tgtEl>
                                        <p:attrNameLst>
                                          <p:attrName>style.visibility</p:attrName>
                                        </p:attrNameLst>
                                      </p:cBhvr>
                                      <p:to>
                                        <p:strVal val="visible"/>
                                      </p:to>
                                    </p:set>
                                    <p:anim calcmode="lin" valueType="num">
                                      <p:cBhvr additive="repl">
                                        <p:cTn id="69" dur="500" fill="hold"/>
                                        <p:tgtEl>
                                          <p:spTgt spid="463"/>
                                        </p:tgtEl>
                                        <p:attrNameLst>
                                          <p:attrName>ppt_w</p:attrName>
                                        </p:attrNameLst>
                                      </p:cBhvr>
                                      <p:tavLst>
                                        <p:tav tm="0">
                                          <p:val>
                                            <p:fltVal val="0"/>
                                          </p:val>
                                        </p:tav>
                                        <p:tav tm="100000">
                                          <p:val>
                                            <p:strVal val="#ppt_w"/>
                                          </p:val>
                                        </p:tav>
                                      </p:tavLst>
                                    </p:anim>
                                    <p:anim calcmode="lin" valueType="num">
                                      <p:cBhvr additive="repl">
                                        <p:cTn id="70" dur="500" fill="hold"/>
                                        <p:tgtEl>
                                          <p:spTgt spid="463"/>
                                        </p:tgtEl>
                                        <p:attrNameLst>
                                          <p:attrName>ppt_h</p:attrName>
                                        </p:attrNameLst>
                                      </p:cBhvr>
                                      <p:tavLst>
                                        <p:tav tm="0">
                                          <p:val>
                                            <p:fltVal val="0"/>
                                          </p:val>
                                        </p:tav>
                                        <p:tav tm="100000">
                                          <p:val>
                                            <p:strVal val="#ppt_h"/>
                                          </p:val>
                                        </p:tav>
                                      </p:tavLst>
                                    </p:anim>
                                    <p:animEffect filter="fade" transition="in">
                                      <p:cBhvr additive="repl">
                                        <p:cTn id="71" dur="500"/>
                                        <p:tgtEl>
                                          <p:spTgt spid="463"/>
                                        </p:tgtEl>
                                      </p:cBhvr>
                                    </p:animEffect>
                                  </p:childTnLst>
                                </p:cTn>
                              </p:par>
                            </p:childTnLst>
                          </p:cTn>
                        </p:par>
                      </p:childTnLst>
                    </p:cTn>
                  </p:par>
                  <p:par>
                    <p:cTn id="72" fill="hold">
                      <p:stCondLst>
                        <p:cond delay="indefinite"/>
                      </p:stCondLst>
                      <p:childTnLst>
                        <p:par>
                          <p:cTn id="73" fill="hold">
                            <p:stCondLst>
                              <p:cond delay="0"/>
                            </p:stCondLst>
                            <p:childTnLst>
                              <p:par>
                                <p:cTn id="74" nodeType="clickEffect" fill="hold" presetClass="entr" presetID="42">
                                  <p:stCondLst>
                                    <p:cond delay="0"/>
                                  </p:stCondLst>
                                  <p:endCondLst>
                                    <p:cond delay="0" evt="begin">
                                      <p:tn val="74"/>
                                    </p:cond>
                                  </p:endCondLst>
                                  <p:childTnLst>
                                    <p:set>
                                      <p:cBhvr>
                                        <p:cTn id="75" dur="1" fill="hold">
                                          <p:stCondLst>
                                            <p:cond delay="0"/>
                                          </p:stCondLst>
                                        </p:cTn>
                                        <p:tgtEl>
                                          <p:spTgt spid="462">
                                            <p:txEl>
                                              <p:pRg st="0" end="0"/>
                                            </p:txEl>
                                          </p:spTgt>
                                        </p:tgtEl>
                                        <p:attrNameLst>
                                          <p:attrName>style.visibility</p:attrName>
                                        </p:attrNameLst>
                                      </p:cBhvr>
                                      <p:to>
                                        <p:strVal val="visible"/>
                                      </p:to>
                                    </p:set>
                                    <p:animEffect filter="fade" transition="in">
                                      <p:cBhvr additive="repl">
                                        <p:cTn id="76" dur="1000"/>
                                        <p:tgtEl>
                                          <p:spTgt spid="462">
                                            <p:txEl>
                                              <p:pRg st="0" end="0"/>
                                            </p:txEl>
                                          </p:spTgt>
                                        </p:tgtEl>
                                      </p:cBhvr>
                                    </p:animEffect>
                                    <p:anim calcmode="lin" valueType="num">
                                      <p:cBhvr additive="repl">
                                        <p:cTn id="77" dur="1000" fill="hold"/>
                                        <p:tgtEl>
                                          <p:spTgt spid="462">
                                            <p:txEl>
                                              <p:pRg st="0" end="0"/>
                                            </p:txEl>
                                          </p:spTgt>
                                        </p:tgtEl>
                                        <p:attrNameLst>
                                          <p:attrName>ppt_x</p:attrName>
                                        </p:attrNameLst>
                                      </p:cBhvr>
                                      <p:tavLst>
                                        <p:tav tm="0">
                                          <p:val>
                                            <p:strVal val="#ppt_x"/>
                                          </p:val>
                                        </p:tav>
                                        <p:tav tm="100000">
                                          <p:val>
                                            <p:strVal val="#ppt_x"/>
                                          </p:val>
                                        </p:tav>
                                      </p:tavLst>
                                    </p:anim>
                                    <p:anim calcmode="lin" valueType="num">
                                      <p:cBhvr additive="repl">
                                        <p:cTn id="78" dur="1000" fill="hold"/>
                                        <p:tgtEl>
                                          <p:spTgt spid="46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pic>
        <p:nvPicPr>
          <p:cNvPr id="465" name="Picture 5" descr=""/>
          <p:cNvPicPr/>
          <p:nvPr/>
        </p:nvPicPr>
        <p:blipFill>
          <a:blip r:embed="rId1"/>
          <a:stretch/>
        </p:blipFill>
        <p:spPr>
          <a:xfrm>
            <a:off x="467280" y="6410520"/>
            <a:ext cx="3705840" cy="295560"/>
          </a:xfrm>
          <a:prstGeom prst="rect">
            <a:avLst/>
          </a:prstGeom>
          <a:ln w="0">
            <a:noFill/>
          </a:ln>
        </p:spPr>
      </p:pic>
      <p:pic>
        <p:nvPicPr>
          <p:cNvPr id="466" name="Picture 1" descr=""/>
          <p:cNvPicPr/>
          <p:nvPr/>
        </p:nvPicPr>
        <p:blipFill>
          <a:blip r:embed="rId2"/>
          <a:stretch/>
        </p:blipFill>
        <p:spPr>
          <a:xfrm flipH="1">
            <a:off x="51120" y="3820320"/>
            <a:ext cx="1726920" cy="3009600"/>
          </a:xfrm>
          <a:prstGeom prst="rect">
            <a:avLst/>
          </a:prstGeom>
          <a:ln w="0">
            <a:noFill/>
          </a:ln>
        </p:spPr>
      </p:pic>
      <p:sp>
        <p:nvSpPr>
          <p:cNvPr id="467" name="PlaceHolder 1"/>
          <p:cNvSpPr>
            <a:spLocks noGrp="1"/>
          </p:cNvSpPr>
          <p:nvPr>
            <p:ph/>
          </p:nvPr>
        </p:nvSpPr>
        <p:spPr>
          <a:xfrm>
            <a:off x="390600" y="1432440"/>
            <a:ext cx="9027360" cy="5243040"/>
          </a:xfrm>
          <a:prstGeom prst="rect">
            <a:avLst/>
          </a:prstGeom>
          <a:noFill/>
          <a:ln w="0">
            <a:noFill/>
          </a:ln>
        </p:spPr>
        <p:txBody>
          <a:bodyPr lIns="91440" rIns="91440" tIns="45720" bIns="45720" anchor="t">
            <a:noAutofit/>
          </a:bodyPr>
          <a:p>
            <a:pPr marL="743040" indent="0" defTabSz="457200">
              <a:lnSpc>
                <a:spcPct val="100000"/>
              </a:lnSpc>
              <a:spcBef>
                <a:spcPts val="1001"/>
              </a:spcBef>
              <a:buNone/>
            </a:pPr>
            <a:r>
              <a:rPr b="0" lang="en-US" sz="2000" spc="-1" strike="noStrike">
                <a:solidFill>
                  <a:schemeClr val="dk1">
                    <a:lumMod val="75000"/>
                    <a:lumOff val="25000"/>
                  </a:schemeClr>
                </a:solidFill>
                <a:latin typeface="Trebuchet MS"/>
              </a:rPr>
              <a:t>The primary technologies used for this project are Python, along with the libraries Pandas, NumPy, Matplotlib, and Seaborn.</a:t>
            </a:r>
            <a:endParaRPr b="0" lang="en-US" sz="2000" spc="-1" strike="noStrike">
              <a:solidFill>
                <a:schemeClr val="dk1">
                  <a:lumMod val="75000"/>
                  <a:lumOff val="25000"/>
                </a:schemeClr>
              </a:solidFill>
              <a:latin typeface="Trebuchet MS"/>
            </a:endParaRPr>
          </a:p>
        </p:txBody>
      </p:sp>
      <p:sp>
        <p:nvSpPr>
          <p:cNvPr id="468" name="PlaceHolder 2"/>
          <p:cNvSpPr>
            <a:spLocks noGrp="1"/>
          </p:cNvSpPr>
          <p:nvPr>
            <p:ph type="title"/>
          </p:nvPr>
        </p:nvSpPr>
        <p:spPr>
          <a:xfrm>
            <a:off x="660240" y="430560"/>
            <a:ext cx="5306040" cy="847440"/>
          </a:xfrm>
          <a:prstGeom prst="rect">
            <a:avLst/>
          </a:prstGeom>
          <a:noFill/>
          <a:ln w="0">
            <a:noFill/>
          </a:ln>
        </p:spPr>
        <p:txBody>
          <a:bodyPr lIns="91440" rIns="91440" tIns="45720" bIns="45720" anchor="t">
            <a:normAutofit/>
          </a:bodyPr>
          <a:p>
            <a:pPr indent="0" defTabSz="457200">
              <a:lnSpc>
                <a:spcPct val="100000"/>
              </a:lnSpc>
              <a:buNone/>
            </a:pPr>
            <a:r>
              <a:rPr b="1" lang="en-US" sz="4800" spc="-1" strike="noStrike">
                <a:solidFill>
                  <a:schemeClr val="dk1"/>
                </a:solidFill>
                <a:latin typeface="Trebuchet MS"/>
              </a:rPr>
              <a:t>Technology Used</a:t>
            </a:r>
            <a:endParaRPr b="0" lang="en-US" sz="4800" spc="-1" strike="noStrike">
              <a:solidFill>
                <a:schemeClr val="dk1"/>
              </a:solidFill>
              <a:latin typeface="Trebuchet MS"/>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53" presetSubtype="16">
                                  <p:stCondLst>
                                    <p:cond delay="0"/>
                                  </p:stCondLst>
                                  <p:childTnLst>
                                    <p:set>
                                      <p:cBhvr>
                                        <p:cTn id="84" dur="1" fill="hold">
                                          <p:stCondLst>
                                            <p:cond delay="0"/>
                                          </p:stCondLst>
                                        </p:cTn>
                                        <p:tgtEl>
                                          <p:spTgt spid="468"/>
                                        </p:tgtEl>
                                        <p:attrNameLst>
                                          <p:attrName>style.visibility</p:attrName>
                                        </p:attrNameLst>
                                      </p:cBhvr>
                                      <p:to>
                                        <p:strVal val="visible"/>
                                      </p:to>
                                    </p:set>
                                    <p:anim calcmode="lin" valueType="num">
                                      <p:cBhvr additive="repl">
                                        <p:cTn id="85" dur="500" fill="hold"/>
                                        <p:tgtEl>
                                          <p:spTgt spid="468"/>
                                        </p:tgtEl>
                                        <p:attrNameLst>
                                          <p:attrName>ppt_w</p:attrName>
                                        </p:attrNameLst>
                                      </p:cBhvr>
                                      <p:tavLst>
                                        <p:tav tm="0">
                                          <p:val>
                                            <p:fltVal val="0"/>
                                          </p:val>
                                        </p:tav>
                                        <p:tav tm="100000">
                                          <p:val>
                                            <p:strVal val="#ppt_w"/>
                                          </p:val>
                                        </p:tav>
                                      </p:tavLst>
                                    </p:anim>
                                    <p:anim calcmode="lin" valueType="num">
                                      <p:cBhvr additive="repl">
                                        <p:cTn id="86" dur="500" fill="hold"/>
                                        <p:tgtEl>
                                          <p:spTgt spid="468"/>
                                        </p:tgtEl>
                                        <p:attrNameLst>
                                          <p:attrName>ppt_h</p:attrName>
                                        </p:attrNameLst>
                                      </p:cBhvr>
                                      <p:tavLst>
                                        <p:tav tm="0">
                                          <p:val>
                                            <p:fltVal val="0"/>
                                          </p:val>
                                        </p:tav>
                                        <p:tav tm="100000">
                                          <p:val>
                                            <p:strVal val="#ppt_h"/>
                                          </p:val>
                                        </p:tav>
                                      </p:tavLst>
                                    </p:anim>
                                    <p:animEffect filter="fade" transition="in">
                                      <p:cBhvr additive="repl">
                                        <p:cTn id="87" dur="500"/>
                                        <p:tgtEl>
                                          <p:spTgt spid="468"/>
                                        </p:tgtEl>
                                      </p:cBhvr>
                                    </p:animEffect>
                                  </p:childTnLst>
                                </p:cTn>
                              </p:par>
                            </p:childTnLst>
                          </p:cTn>
                        </p:par>
                      </p:childTnLst>
                    </p:cTn>
                  </p:par>
                  <p:par>
                    <p:cTn id="88" fill="hold">
                      <p:stCondLst>
                        <p:cond delay="indefinite"/>
                      </p:stCondLst>
                      <p:childTnLst>
                        <p:par>
                          <p:cTn id="89" fill="hold">
                            <p:stCondLst>
                              <p:cond delay="0"/>
                            </p:stCondLst>
                            <p:childTnLst>
                              <p:par>
                                <p:cTn id="90" nodeType="clickEffect" fill="hold" presetClass="entr" presetID="42">
                                  <p:stCondLst>
                                    <p:cond delay="0"/>
                                  </p:stCondLst>
                                  <p:endCondLst>
                                    <p:cond delay="0" evt="begin">
                                      <p:tn val="90"/>
                                    </p:cond>
                                  </p:endCondLst>
                                  <p:childTnLst>
                                    <p:set>
                                      <p:cBhvr>
                                        <p:cTn id="91" dur="1" fill="hold">
                                          <p:stCondLst>
                                            <p:cond delay="0"/>
                                          </p:stCondLst>
                                        </p:cTn>
                                        <p:tgtEl>
                                          <p:spTgt spid="467">
                                            <p:txEl>
                                              <p:pRg st="0" end="0"/>
                                            </p:txEl>
                                          </p:spTgt>
                                        </p:tgtEl>
                                        <p:attrNameLst>
                                          <p:attrName>style.visibility</p:attrName>
                                        </p:attrNameLst>
                                      </p:cBhvr>
                                      <p:to>
                                        <p:strVal val="visible"/>
                                      </p:to>
                                    </p:set>
                                    <p:animEffect filter="fade" transition="in">
                                      <p:cBhvr additive="repl">
                                        <p:cTn id="92" dur="1000"/>
                                        <p:tgtEl>
                                          <p:spTgt spid="467">
                                            <p:txEl>
                                              <p:pRg st="0" end="0"/>
                                            </p:txEl>
                                          </p:spTgt>
                                        </p:tgtEl>
                                      </p:cBhvr>
                                    </p:animEffect>
                                    <p:anim calcmode="lin" valueType="num">
                                      <p:cBhvr additive="repl">
                                        <p:cTn id="93" dur="1000" fill="hold"/>
                                        <p:tgtEl>
                                          <p:spTgt spid="467">
                                            <p:txEl>
                                              <p:pRg st="0" end="0"/>
                                            </p:txEl>
                                          </p:spTgt>
                                        </p:tgtEl>
                                        <p:attrNameLst>
                                          <p:attrName>ppt_x</p:attrName>
                                        </p:attrNameLst>
                                      </p:cBhvr>
                                      <p:tavLst>
                                        <p:tav tm="0">
                                          <p:val>
                                            <p:strVal val="#ppt_x"/>
                                          </p:val>
                                        </p:tav>
                                        <p:tav tm="100000">
                                          <p:val>
                                            <p:strVal val="#ppt_x"/>
                                          </p:val>
                                        </p:tav>
                                      </p:tavLst>
                                    </p:anim>
                                    <p:anim calcmode="lin" valueType="num">
                                      <p:cBhvr additive="repl">
                                        <p:cTn id="94" dur="1000" fill="hold"/>
                                        <p:tgtEl>
                                          <p:spTgt spid="46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9" name="Picture 4" descr=""/>
          <p:cNvPicPr/>
          <p:nvPr/>
        </p:nvPicPr>
        <p:blipFill>
          <a:blip r:embed="rId1"/>
          <a:srcRect l="0" t="96179" r="0" b="0"/>
          <a:stretch/>
        </p:blipFill>
        <p:spPr>
          <a:xfrm>
            <a:off x="676080" y="6472080"/>
            <a:ext cx="2142720" cy="192600"/>
          </a:xfrm>
          <a:prstGeom prst="rect">
            <a:avLst/>
          </a:prstGeom>
          <a:ln w="0">
            <a:noFill/>
          </a:ln>
        </p:spPr>
      </p:pic>
      <p:sp>
        <p:nvSpPr>
          <p:cNvPr id="47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471"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72"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473" name="" descr=""/>
          <p:cNvPicPr/>
          <p:nvPr/>
        </p:nvPicPr>
        <p:blipFill>
          <a:blip r:embed="rId2"/>
          <a:stretch/>
        </p:blipFill>
        <p:spPr>
          <a:xfrm>
            <a:off x="720000" y="1440000"/>
            <a:ext cx="8460000" cy="4179600"/>
          </a:xfrm>
          <a:prstGeom prst="rect">
            <a:avLst/>
          </a:prstGeom>
          <a:ln w="0">
            <a:noFill/>
          </a:ln>
        </p:spPr>
      </p:pic>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nodeType="clickEffect" fill="hold" presetClass="entr" presetID="53" presetSubtype="16">
                                  <p:stCondLst>
                                    <p:cond delay="0"/>
                                  </p:stCondLst>
                                  <p:childTnLst>
                                    <p:set>
                                      <p:cBhvr>
                                        <p:cTn id="100" dur="1" fill="hold">
                                          <p:stCondLst>
                                            <p:cond delay="0"/>
                                          </p:stCondLst>
                                        </p:cTn>
                                        <p:tgtEl>
                                          <p:spTgt spid="470"/>
                                        </p:tgtEl>
                                        <p:attrNameLst>
                                          <p:attrName>style.visibility</p:attrName>
                                        </p:attrNameLst>
                                      </p:cBhvr>
                                      <p:to>
                                        <p:strVal val="visible"/>
                                      </p:to>
                                    </p:set>
                                    <p:anim calcmode="lin" valueType="num">
                                      <p:cBhvr additive="repl">
                                        <p:cTn id="101" dur="500" fill="hold"/>
                                        <p:tgtEl>
                                          <p:spTgt spid="470"/>
                                        </p:tgtEl>
                                        <p:attrNameLst>
                                          <p:attrName>ppt_w</p:attrName>
                                        </p:attrNameLst>
                                      </p:cBhvr>
                                      <p:tavLst>
                                        <p:tav tm="0">
                                          <p:val>
                                            <p:fltVal val="0"/>
                                          </p:val>
                                        </p:tav>
                                        <p:tav tm="100000">
                                          <p:val>
                                            <p:strVal val="#ppt_w"/>
                                          </p:val>
                                        </p:tav>
                                      </p:tavLst>
                                    </p:anim>
                                    <p:anim calcmode="lin" valueType="num">
                                      <p:cBhvr additive="repl">
                                        <p:cTn id="102" dur="500" fill="hold"/>
                                        <p:tgtEl>
                                          <p:spTgt spid="470"/>
                                        </p:tgtEl>
                                        <p:attrNameLst>
                                          <p:attrName>ppt_h</p:attrName>
                                        </p:attrNameLst>
                                      </p:cBhvr>
                                      <p:tavLst>
                                        <p:tav tm="0">
                                          <p:val>
                                            <p:fltVal val="0"/>
                                          </p:val>
                                        </p:tav>
                                        <p:tav tm="100000">
                                          <p:val>
                                            <p:strVal val="#ppt_h"/>
                                          </p:val>
                                        </p:tav>
                                      </p:tavLst>
                                    </p:anim>
                                    <p:animEffect filter="fade" transition="in">
                                      <p:cBhvr additive="repl">
                                        <p:cTn id="103" dur="500"/>
                                        <p:tgtEl>
                                          <p:spTgt spid="470"/>
                                        </p:tgtEl>
                                      </p:cBhvr>
                                    </p:animEffect>
                                  </p:childTnLst>
                                </p:cTn>
                              </p:par>
                            </p:childTnLst>
                          </p:cTn>
                        </p:par>
                      </p:childTnLst>
                    </p:cTn>
                  </p:par>
                  <p:par>
                    <p:cTn id="104" fill="hold">
                      <p:stCondLst>
                        <p:cond delay="indefinite"/>
                      </p:stCondLst>
                      <p:childTnLst>
                        <p:par>
                          <p:cTn id="105" fill="hold">
                            <p:stCondLst>
                              <p:cond delay="0"/>
                            </p:stCondLst>
                            <p:childTnLst>
                              <p:par>
                                <p:cTn id="106" nodeType="clickEffect" fill="hold" presetClass="entr" presetID="42">
                                  <p:stCondLst>
                                    <p:cond delay="0"/>
                                  </p:stCondLst>
                                  <p:endCondLst>
                                    <p:cond delay="0" evt="begin">
                                      <p:tn val="106"/>
                                    </p:cond>
                                  </p:endCondLst>
                                  <p:childTnLst>
                                    <p:set>
                                      <p:cBhvr>
                                        <p:cTn id="107" dur="1" fill="hold">
                                          <p:stCondLst>
                                            <p:cond delay="0"/>
                                          </p:stCondLst>
                                        </p:cTn>
                                        <p:tgtEl>
                                          <p:spTgt spid="471"/>
                                        </p:tgtEl>
                                        <p:attrNameLst>
                                          <p:attrName>style.visibility</p:attrName>
                                        </p:attrNameLst>
                                      </p:cBhvr>
                                      <p:to>
                                        <p:strVal val="visible"/>
                                      </p:to>
                                    </p:set>
                                    <p:animEffect filter="fade" transition="in">
                                      <p:cBhvr additive="repl">
                                        <p:cTn id="108" dur="1000"/>
                                        <p:tgtEl>
                                          <p:spTgt spid="471"/>
                                        </p:tgtEl>
                                      </p:cBhvr>
                                    </p:animEffect>
                                    <p:anim calcmode="lin" valueType="num">
                                      <p:cBhvr additive="repl">
                                        <p:cTn id="109" dur="1000" fill="hold"/>
                                        <p:tgtEl>
                                          <p:spTgt spid="471"/>
                                        </p:tgtEl>
                                        <p:attrNameLst>
                                          <p:attrName>ppt_x</p:attrName>
                                        </p:attrNameLst>
                                      </p:cBhvr>
                                      <p:tavLst>
                                        <p:tav tm="0">
                                          <p:val>
                                            <p:strVal val="#ppt_x"/>
                                          </p:val>
                                        </p:tav>
                                        <p:tav tm="100000">
                                          <p:val>
                                            <p:strVal val="#ppt_x"/>
                                          </p:val>
                                        </p:tav>
                                      </p:tavLst>
                                    </p:anim>
                                    <p:anim calcmode="lin" valueType="num">
                                      <p:cBhvr additive="repl">
                                        <p:cTn id="110" dur="1000" fill="hold"/>
                                        <p:tgtEl>
                                          <p:spTgt spid="471"/>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42">
                                  <p:stCondLst>
                                    <p:cond delay="0"/>
                                  </p:stCondLst>
                                  <p:endCondLst>
                                    <p:cond delay="0" evt="begin">
                                      <p:tn val="113"/>
                                    </p:cond>
                                  </p:endCondLst>
                                  <p:childTnLst>
                                    <p:set>
                                      <p:cBhvr>
                                        <p:cTn id="114" dur="1" fill="hold">
                                          <p:stCondLst>
                                            <p:cond delay="0"/>
                                          </p:stCondLst>
                                        </p:cTn>
                                        <p:tgtEl>
                                          <p:spTgt spid="472"/>
                                        </p:tgtEl>
                                        <p:attrNameLst>
                                          <p:attrName>style.visibility</p:attrName>
                                        </p:attrNameLst>
                                      </p:cBhvr>
                                      <p:to>
                                        <p:strVal val="visible"/>
                                      </p:to>
                                    </p:set>
                                    <p:animEffect filter="fade" transition="in">
                                      <p:cBhvr additive="repl">
                                        <p:cTn id="115" dur="1000"/>
                                        <p:tgtEl>
                                          <p:spTgt spid="472"/>
                                        </p:tgtEl>
                                      </p:cBhvr>
                                    </p:animEffect>
                                    <p:anim calcmode="lin" valueType="num">
                                      <p:cBhvr additive="repl">
                                        <p:cTn id="116" dur="1000" fill="hold"/>
                                        <p:tgtEl>
                                          <p:spTgt spid="472"/>
                                        </p:tgtEl>
                                        <p:attrNameLst>
                                          <p:attrName>ppt_x</p:attrName>
                                        </p:attrNameLst>
                                      </p:cBhvr>
                                      <p:tavLst>
                                        <p:tav tm="0">
                                          <p:val>
                                            <p:strVal val="#ppt_x"/>
                                          </p:val>
                                        </p:tav>
                                        <p:tav tm="100000">
                                          <p:val>
                                            <p:strVal val="#ppt_x"/>
                                          </p:val>
                                        </p:tav>
                                      </p:tavLst>
                                    </p:anim>
                                    <p:anim calcmode="lin" valueType="num">
                                      <p:cBhvr additive="repl">
                                        <p:cTn id="117" dur="1000" fill="hold"/>
                                        <p:tgtEl>
                                          <p:spTgt spid="4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4" name="Picture 2" descr=""/>
          <p:cNvPicPr/>
          <p:nvPr/>
        </p:nvPicPr>
        <p:blipFill>
          <a:blip r:embed="rId1"/>
          <a:srcRect l="0" t="96179" r="0" b="0"/>
          <a:stretch/>
        </p:blipFill>
        <p:spPr>
          <a:xfrm>
            <a:off x="676080" y="6472080"/>
            <a:ext cx="2142720" cy="192600"/>
          </a:xfrm>
          <a:prstGeom prst="rect">
            <a:avLst/>
          </a:prstGeom>
          <a:ln w="0">
            <a:noFill/>
          </a:ln>
        </p:spPr>
      </p:pic>
      <p:sp>
        <p:nvSpPr>
          <p:cNvPr id="475"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476" name="Text Placeholder 2"/>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477" name="Text Placeholder 3"/>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478" name=""/>
          <p:cNvSpPr txBox="1"/>
          <p:nvPr/>
        </p:nvSpPr>
        <p:spPr>
          <a:xfrm>
            <a:off x="720000" y="1200960"/>
            <a:ext cx="6762240" cy="4825080"/>
          </a:xfrm>
          <a:prstGeom prst="rect">
            <a:avLst/>
          </a:prstGeom>
          <a:noFill/>
          <a:ln w="0">
            <a:noFill/>
          </a:ln>
        </p:spPr>
        <p:txBody>
          <a:bodyPr lIns="90000" rIns="90000" tIns="45000" bIns="45000" anchor="t">
            <a:noAutofit/>
          </a:bodyPr>
          <a:p>
            <a:r>
              <a:rPr b="0" lang="en-US" sz="2000" spc="-1" strike="noStrike">
                <a:solidFill>
                  <a:schemeClr val="dk1">
                    <a:lumMod val="75000"/>
                    <a:lumOff val="25000"/>
                  </a:schemeClr>
                </a:solidFill>
                <a:latin typeface="Trebuchet MS"/>
              </a:rPr>
              <a:t>Graph Summary</a:t>
            </a:r>
            <a:endParaRPr b="0" lang="en-IN" sz="2000" spc="-1" strike="noStrike">
              <a:solidFill>
                <a:srgbClr val="000000"/>
              </a:solidFill>
              <a:latin typeface="Arial"/>
            </a:endParaRPr>
          </a:p>
          <a:p>
            <a:endParaRPr b="0" lang="en-IN" sz="2000" spc="-1" strike="noStrike">
              <a:solidFill>
                <a:srgbClr val="000000"/>
              </a:solidFill>
              <a:latin typeface="Arial"/>
            </a:endParaRPr>
          </a:p>
          <a:p>
            <a:r>
              <a:rPr b="0" lang="en-US" sz="2000" spc="-1" strike="noStrike">
                <a:solidFill>
                  <a:schemeClr val="dk1">
                    <a:lumMod val="75000"/>
                    <a:lumOff val="25000"/>
                  </a:schemeClr>
                </a:solidFill>
                <a:latin typeface="Trebuchet MS"/>
              </a:rPr>
              <a:t>High-Profit Crops: Sugarcane and Chilli consistently yield the highest average profit across all featured states, reaching up to 800,000–1,000,000 INR. Tamil Nadu displays the highest overall profit peak for Sugarcane.</a:t>
            </a:r>
            <a:endParaRPr b="0" lang="en-IN" sz="2000" spc="-1" strike="noStrike">
              <a:solidFill>
                <a:srgbClr val="000000"/>
              </a:solidFill>
              <a:latin typeface="Arial"/>
            </a:endParaRPr>
          </a:p>
          <a:p>
            <a:endParaRPr b="0" lang="en-IN" sz="2000" spc="-1" strike="noStrike">
              <a:solidFill>
                <a:srgbClr val="000000"/>
              </a:solidFill>
              <a:latin typeface="Arial"/>
            </a:endParaRPr>
          </a:p>
          <a:p>
            <a:r>
              <a:rPr b="0" lang="en-US" sz="2000" spc="-1" strike="noStrike">
                <a:solidFill>
                  <a:schemeClr val="dk1">
                    <a:lumMod val="75000"/>
                    <a:lumOff val="25000"/>
                  </a:schemeClr>
                </a:solidFill>
                <a:latin typeface="Trebuchet MS"/>
              </a:rPr>
              <a:t>Moderate-Profit Crops: Cotton and Groundnut generate modest positive returns (under 200,000 INR) in most regions.</a:t>
            </a:r>
            <a:endParaRPr b="0" lang="en-IN" sz="2000" spc="-1" strike="noStrike">
              <a:solidFill>
                <a:srgbClr val="000000"/>
              </a:solidFill>
              <a:latin typeface="Arial"/>
            </a:endParaRPr>
          </a:p>
          <a:p>
            <a:endParaRPr b="0" lang="en-IN" sz="2000" spc="-1" strike="noStrike">
              <a:solidFill>
                <a:srgbClr val="000000"/>
              </a:solidFill>
              <a:latin typeface="Arial"/>
            </a:endParaRPr>
          </a:p>
          <a:p>
            <a:r>
              <a:rPr b="0" lang="en-US" sz="2000" spc="-1" strike="noStrike">
                <a:solidFill>
                  <a:schemeClr val="dk1">
                    <a:lumMod val="75000"/>
                    <a:lumOff val="25000"/>
                  </a:schemeClr>
                </a:solidFill>
                <a:latin typeface="Trebuchet MS"/>
              </a:rPr>
              <a:t>Negative-Profit Crops: Wheat, Rice, and Maize consistently show negative average profits (falling between -50,000 and -180,000 INR) across all states, indicating potential net financial losses for these staple crops in the dataset.</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18" dur="indefinite" restart="never" nodeType="tmRoot">
          <p:childTnLst>
            <p:seq>
              <p:cTn id="119" dur="indefinite" nodeType="mainSeq">
                <p:childTnLst>
                  <p:par>
                    <p:cTn id="120" fill="hold">
                      <p:stCondLst>
                        <p:cond delay="indefinite"/>
                      </p:stCondLst>
                      <p:childTnLst>
                        <p:par>
                          <p:cTn id="121" fill="hold">
                            <p:stCondLst>
                              <p:cond delay="0"/>
                            </p:stCondLst>
                            <p:childTnLst>
                              <p:par>
                                <p:cTn id="122" nodeType="clickEffect" fill="hold" presetClass="entr" presetID="53" presetSubtype="16">
                                  <p:stCondLst>
                                    <p:cond delay="0"/>
                                  </p:stCondLst>
                                  <p:childTnLst>
                                    <p:set>
                                      <p:cBhvr>
                                        <p:cTn id="123" dur="1" fill="hold">
                                          <p:stCondLst>
                                            <p:cond delay="0"/>
                                          </p:stCondLst>
                                        </p:cTn>
                                        <p:tgtEl>
                                          <p:spTgt spid="475"/>
                                        </p:tgtEl>
                                        <p:attrNameLst>
                                          <p:attrName>style.visibility</p:attrName>
                                        </p:attrNameLst>
                                      </p:cBhvr>
                                      <p:to>
                                        <p:strVal val="visible"/>
                                      </p:to>
                                    </p:set>
                                    <p:anim calcmode="lin" valueType="num">
                                      <p:cBhvr additive="repl">
                                        <p:cTn id="124" dur="500" fill="hold"/>
                                        <p:tgtEl>
                                          <p:spTgt spid="475"/>
                                        </p:tgtEl>
                                        <p:attrNameLst>
                                          <p:attrName>ppt_w</p:attrName>
                                        </p:attrNameLst>
                                      </p:cBhvr>
                                      <p:tavLst>
                                        <p:tav tm="0">
                                          <p:val>
                                            <p:fltVal val="0"/>
                                          </p:val>
                                        </p:tav>
                                        <p:tav tm="100000">
                                          <p:val>
                                            <p:strVal val="#ppt_w"/>
                                          </p:val>
                                        </p:tav>
                                      </p:tavLst>
                                    </p:anim>
                                    <p:anim calcmode="lin" valueType="num">
                                      <p:cBhvr additive="repl">
                                        <p:cTn id="125" dur="500" fill="hold"/>
                                        <p:tgtEl>
                                          <p:spTgt spid="475"/>
                                        </p:tgtEl>
                                        <p:attrNameLst>
                                          <p:attrName>ppt_h</p:attrName>
                                        </p:attrNameLst>
                                      </p:cBhvr>
                                      <p:tavLst>
                                        <p:tav tm="0">
                                          <p:val>
                                            <p:fltVal val="0"/>
                                          </p:val>
                                        </p:tav>
                                        <p:tav tm="100000">
                                          <p:val>
                                            <p:strVal val="#ppt_h"/>
                                          </p:val>
                                        </p:tav>
                                      </p:tavLst>
                                    </p:anim>
                                    <p:animEffect filter="fade" transition="in">
                                      <p:cBhvr additive="repl">
                                        <p:cTn id="126" dur="500"/>
                                        <p:tgtEl>
                                          <p:spTgt spid="475"/>
                                        </p:tgtEl>
                                      </p:cBhvr>
                                    </p:animEffect>
                                  </p:childTnLst>
                                </p:cTn>
                              </p:par>
                            </p:childTnLst>
                          </p:cTn>
                        </p:par>
                      </p:childTnLst>
                    </p:cTn>
                  </p:par>
                  <p:par>
                    <p:cTn id="127" fill="hold">
                      <p:stCondLst>
                        <p:cond delay="indefinite"/>
                      </p:stCondLst>
                      <p:childTnLst>
                        <p:par>
                          <p:cTn id="128" fill="hold">
                            <p:stCondLst>
                              <p:cond delay="0"/>
                            </p:stCondLst>
                            <p:childTnLst>
                              <p:par>
                                <p:cTn id="129" nodeType="clickEffect" fill="hold" presetClass="entr" presetID="42">
                                  <p:stCondLst>
                                    <p:cond delay="0"/>
                                  </p:stCondLst>
                                  <p:endCondLst>
                                    <p:cond delay="0" evt="begin">
                                      <p:tn val="129"/>
                                    </p:cond>
                                  </p:endCondLst>
                                  <p:childTnLst>
                                    <p:set>
                                      <p:cBhvr>
                                        <p:cTn id="130" dur="1" fill="hold">
                                          <p:stCondLst>
                                            <p:cond delay="0"/>
                                          </p:stCondLst>
                                        </p:cTn>
                                        <p:tgtEl>
                                          <p:spTgt spid="476"/>
                                        </p:tgtEl>
                                        <p:attrNameLst>
                                          <p:attrName>style.visibility</p:attrName>
                                        </p:attrNameLst>
                                      </p:cBhvr>
                                      <p:to>
                                        <p:strVal val="visible"/>
                                      </p:to>
                                    </p:set>
                                    <p:animEffect filter="fade" transition="in">
                                      <p:cBhvr additive="repl">
                                        <p:cTn id="131" dur="1000"/>
                                        <p:tgtEl>
                                          <p:spTgt spid="476"/>
                                        </p:tgtEl>
                                      </p:cBhvr>
                                    </p:animEffect>
                                    <p:anim calcmode="lin" valueType="num">
                                      <p:cBhvr additive="repl">
                                        <p:cTn id="132" dur="1000" fill="hold"/>
                                        <p:tgtEl>
                                          <p:spTgt spid="476"/>
                                        </p:tgtEl>
                                        <p:attrNameLst>
                                          <p:attrName>ppt_x</p:attrName>
                                        </p:attrNameLst>
                                      </p:cBhvr>
                                      <p:tavLst>
                                        <p:tav tm="0">
                                          <p:val>
                                            <p:strVal val="#ppt_x"/>
                                          </p:val>
                                        </p:tav>
                                        <p:tav tm="100000">
                                          <p:val>
                                            <p:strVal val="#ppt_x"/>
                                          </p:val>
                                        </p:tav>
                                      </p:tavLst>
                                    </p:anim>
                                    <p:anim calcmode="lin" valueType="num">
                                      <p:cBhvr additive="repl">
                                        <p:cTn id="133" dur="1000" fill="hold"/>
                                        <p:tgtEl>
                                          <p:spTgt spid="476"/>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nodeType="clickEffect" fill="hold" presetClass="entr" presetID="42">
                                  <p:stCondLst>
                                    <p:cond delay="0"/>
                                  </p:stCondLst>
                                  <p:endCondLst>
                                    <p:cond delay="0" evt="begin">
                                      <p:tn val="136"/>
                                    </p:cond>
                                  </p:endCondLst>
                                  <p:childTnLst>
                                    <p:set>
                                      <p:cBhvr>
                                        <p:cTn id="137" dur="1" fill="hold">
                                          <p:stCondLst>
                                            <p:cond delay="0"/>
                                          </p:stCondLst>
                                        </p:cTn>
                                        <p:tgtEl>
                                          <p:spTgt spid="477"/>
                                        </p:tgtEl>
                                        <p:attrNameLst>
                                          <p:attrName>style.visibility</p:attrName>
                                        </p:attrNameLst>
                                      </p:cBhvr>
                                      <p:to>
                                        <p:strVal val="visible"/>
                                      </p:to>
                                    </p:set>
                                    <p:animEffect filter="fade" transition="in">
                                      <p:cBhvr additive="repl">
                                        <p:cTn id="138" dur="1000"/>
                                        <p:tgtEl>
                                          <p:spTgt spid="477"/>
                                        </p:tgtEl>
                                      </p:cBhvr>
                                    </p:animEffect>
                                    <p:anim calcmode="lin" valueType="num">
                                      <p:cBhvr additive="repl">
                                        <p:cTn id="139" dur="1000" fill="hold"/>
                                        <p:tgtEl>
                                          <p:spTgt spid="477"/>
                                        </p:tgtEl>
                                        <p:attrNameLst>
                                          <p:attrName>ppt_x</p:attrName>
                                        </p:attrNameLst>
                                      </p:cBhvr>
                                      <p:tavLst>
                                        <p:tav tm="0">
                                          <p:val>
                                            <p:strVal val="#ppt_x"/>
                                          </p:val>
                                        </p:tav>
                                        <p:tav tm="100000">
                                          <p:val>
                                            <p:strVal val="#ppt_x"/>
                                          </p:val>
                                        </p:tav>
                                      </p:tavLst>
                                    </p:anim>
                                    <p:anim calcmode="lin" valueType="num">
                                      <p:cBhvr additive="repl">
                                        <p:cTn id="140" dur="1000" fill="hold"/>
                                        <p:tgtEl>
                                          <p:spTgt spid="4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9" name="Picture 4" descr=""/>
          <p:cNvPicPr/>
          <p:nvPr/>
        </p:nvPicPr>
        <p:blipFill>
          <a:blip r:embed="rId1"/>
          <a:srcRect l="0" t="96179" r="0" b="0"/>
          <a:stretch/>
        </p:blipFill>
        <p:spPr>
          <a:xfrm>
            <a:off x="676080" y="6472080"/>
            <a:ext cx="2142720" cy="192600"/>
          </a:xfrm>
          <a:prstGeom prst="rect">
            <a:avLst/>
          </a:prstGeom>
          <a:ln w="0">
            <a:noFill/>
          </a:ln>
        </p:spPr>
      </p:pic>
      <p:sp>
        <p:nvSpPr>
          <p:cNvPr id="48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481"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82"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83" name="PlaceHolder 2"/>
          <p:cNvSpPr>
            <a:spLocks noGrp="1"/>
          </p:cNvSpPr>
          <p:nvPr>
            <p:ph/>
          </p:nvPr>
        </p:nvSpPr>
        <p:spPr>
          <a:xfrm>
            <a:off x="627120" y="1440000"/>
            <a:ext cx="7472880" cy="1620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Code Summary</a:t>
            </a:r>
            <a:endParaRPr b="0" lang="en-US" sz="2000" spc="-1" strike="noStrike">
              <a:solidFill>
                <a:schemeClr val="dk1">
                  <a:lumMod val="75000"/>
                  <a:lumOff val="25000"/>
                </a:schemeClr>
              </a:solidFill>
              <a:latin typeface="Trebuchet MS"/>
            </a:endParaRPr>
          </a:p>
        </p:txBody>
      </p:sp>
    </p:spTree>
  </p:cSld>
  <mc:AlternateContent>
    <mc:Choice Requires="p14">
      <p:transition spd="slow" p14:dur="2000"/>
    </mc:Choice>
    <mc:Fallback>
      <p:transition spd="slow"/>
    </mc:Fallback>
  </mc:AlternateContent>
  <p:timing>
    <p:tnLst>
      <p:par>
        <p:cTn id="141" dur="indefinite" restart="never" nodeType="tmRoot">
          <p:childTnLst>
            <p:seq>
              <p:cTn id="142" dur="indefinite" nodeType="mainSeq">
                <p:childTnLst>
                  <p:par>
                    <p:cTn id="143" fill="hold">
                      <p:stCondLst>
                        <p:cond delay="indefinite"/>
                      </p:stCondLst>
                      <p:childTnLst>
                        <p:par>
                          <p:cTn id="144" fill="hold">
                            <p:stCondLst>
                              <p:cond delay="0"/>
                            </p:stCondLst>
                            <p:childTnLst>
                              <p:par>
                                <p:cTn id="145" nodeType="clickEffect" fill="hold" presetClass="entr" presetID="53" presetSubtype="16">
                                  <p:stCondLst>
                                    <p:cond delay="0"/>
                                  </p:stCondLst>
                                  <p:childTnLst>
                                    <p:set>
                                      <p:cBhvr>
                                        <p:cTn id="146" dur="1" fill="hold">
                                          <p:stCondLst>
                                            <p:cond delay="0"/>
                                          </p:stCondLst>
                                        </p:cTn>
                                        <p:tgtEl>
                                          <p:spTgt spid="480"/>
                                        </p:tgtEl>
                                        <p:attrNameLst>
                                          <p:attrName>style.visibility</p:attrName>
                                        </p:attrNameLst>
                                      </p:cBhvr>
                                      <p:to>
                                        <p:strVal val="visible"/>
                                      </p:to>
                                    </p:set>
                                    <p:anim calcmode="lin" valueType="num">
                                      <p:cBhvr additive="repl">
                                        <p:cTn id="147" dur="500" fill="hold"/>
                                        <p:tgtEl>
                                          <p:spTgt spid="480"/>
                                        </p:tgtEl>
                                        <p:attrNameLst>
                                          <p:attrName>ppt_w</p:attrName>
                                        </p:attrNameLst>
                                      </p:cBhvr>
                                      <p:tavLst>
                                        <p:tav tm="0">
                                          <p:val>
                                            <p:fltVal val="0"/>
                                          </p:val>
                                        </p:tav>
                                        <p:tav tm="100000">
                                          <p:val>
                                            <p:strVal val="#ppt_w"/>
                                          </p:val>
                                        </p:tav>
                                      </p:tavLst>
                                    </p:anim>
                                    <p:anim calcmode="lin" valueType="num">
                                      <p:cBhvr additive="repl">
                                        <p:cTn id="148" dur="500" fill="hold"/>
                                        <p:tgtEl>
                                          <p:spTgt spid="480"/>
                                        </p:tgtEl>
                                        <p:attrNameLst>
                                          <p:attrName>ppt_h</p:attrName>
                                        </p:attrNameLst>
                                      </p:cBhvr>
                                      <p:tavLst>
                                        <p:tav tm="0">
                                          <p:val>
                                            <p:fltVal val="0"/>
                                          </p:val>
                                        </p:tav>
                                        <p:tav tm="100000">
                                          <p:val>
                                            <p:strVal val="#ppt_h"/>
                                          </p:val>
                                        </p:tav>
                                      </p:tavLst>
                                    </p:anim>
                                    <p:animEffect filter="fade" transition="in">
                                      <p:cBhvr additive="repl">
                                        <p:cTn id="149" dur="500"/>
                                        <p:tgtEl>
                                          <p:spTgt spid="480"/>
                                        </p:tgtEl>
                                      </p:cBhvr>
                                    </p:animEffect>
                                  </p:childTnLst>
                                </p:cTn>
                              </p:par>
                            </p:childTnLst>
                          </p:cTn>
                        </p:par>
                      </p:childTnLst>
                    </p:cTn>
                  </p:par>
                  <p:par>
                    <p:cTn id="150" fill="hold">
                      <p:stCondLst>
                        <p:cond delay="indefinite"/>
                      </p:stCondLst>
                      <p:childTnLst>
                        <p:par>
                          <p:cTn id="151" fill="hold">
                            <p:stCondLst>
                              <p:cond delay="0"/>
                            </p:stCondLst>
                            <p:childTnLst>
                              <p:par>
                                <p:cTn id="152" nodeType="clickEffect" fill="hold" presetClass="entr" presetID="42">
                                  <p:stCondLst>
                                    <p:cond delay="0"/>
                                  </p:stCondLst>
                                  <p:endCondLst>
                                    <p:cond delay="0" evt="begin">
                                      <p:tn val="152"/>
                                    </p:cond>
                                  </p:endCondLst>
                                  <p:childTnLst>
                                    <p:set>
                                      <p:cBhvr>
                                        <p:cTn id="153" dur="1" fill="hold">
                                          <p:stCondLst>
                                            <p:cond delay="0"/>
                                          </p:stCondLst>
                                        </p:cTn>
                                        <p:tgtEl>
                                          <p:spTgt spid="481"/>
                                        </p:tgtEl>
                                        <p:attrNameLst>
                                          <p:attrName>style.visibility</p:attrName>
                                        </p:attrNameLst>
                                      </p:cBhvr>
                                      <p:to>
                                        <p:strVal val="visible"/>
                                      </p:to>
                                    </p:set>
                                    <p:animEffect filter="fade" transition="in">
                                      <p:cBhvr additive="repl">
                                        <p:cTn id="154" dur="1000"/>
                                        <p:tgtEl>
                                          <p:spTgt spid="481"/>
                                        </p:tgtEl>
                                      </p:cBhvr>
                                    </p:animEffect>
                                    <p:anim calcmode="lin" valueType="num">
                                      <p:cBhvr additive="repl">
                                        <p:cTn id="155" dur="1000" fill="hold"/>
                                        <p:tgtEl>
                                          <p:spTgt spid="481"/>
                                        </p:tgtEl>
                                        <p:attrNameLst>
                                          <p:attrName>ppt_x</p:attrName>
                                        </p:attrNameLst>
                                      </p:cBhvr>
                                      <p:tavLst>
                                        <p:tav tm="0">
                                          <p:val>
                                            <p:strVal val="#ppt_x"/>
                                          </p:val>
                                        </p:tav>
                                        <p:tav tm="100000">
                                          <p:val>
                                            <p:strVal val="#ppt_x"/>
                                          </p:val>
                                        </p:tav>
                                      </p:tavLst>
                                    </p:anim>
                                    <p:anim calcmode="lin" valueType="num">
                                      <p:cBhvr additive="repl">
                                        <p:cTn id="156" dur="1000" fill="hold"/>
                                        <p:tgtEl>
                                          <p:spTgt spid="481"/>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42">
                                  <p:stCondLst>
                                    <p:cond delay="0"/>
                                  </p:stCondLst>
                                  <p:endCondLst>
                                    <p:cond delay="0" evt="begin">
                                      <p:tn val="159"/>
                                    </p:cond>
                                  </p:endCondLst>
                                  <p:childTnLst>
                                    <p:set>
                                      <p:cBhvr>
                                        <p:cTn id="160" dur="1" fill="hold">
                                          <p:stCondLst>
                                            <p:cond delay="0"/>
                                          </p:stCondLst>
                                        </p:cTn>
                                        <p:tgtEl>
                                          <p:spTgt spid="482"/>
                                        </p:tgtEl>
                                        <p:attrNameLst>
                                          <p:attrName>style.visibility</p:attrName>
                                        </p:attrNameLst>
                                      </p:cBhvr>
                                      <p:to>
                                        <p:strVal val="visible"/>
                                      </p:to>
                                    </p:set>
                                    <p:animEffect filter="fade" transition="in">
                                      <p:cBhvr additive="repl">
                                        <p:cTn id="161" dur="1000"/>
                                        <p:tgtEl>
                                          <p:spTgt spid="482"/>
                                        </p:tgtEl>
                                      </p:cBhvr>
                                    </p:animEffect>
                                    <p:anim calcmode="lin" valueType="num">
                                      <p:cBhvr additive="repl">
                                        <p:cTn id="162" dur="1000" fill="hold"/>
                                        <p:tgtEl>
                                          <p:spTgt spid="482"/>
                                        </p:tgtEl>
                                        <p:attrNameLst>
                                          <p:attrName>ppt_x</p:attrName>
                                        </p:attrNameLst>
                                      </p:cBhvr>
                                      <p:tavLst>
                                        <p:tav tm="0">
                                          <p:val>
                                            <p:strVal val="#ppt_x"/>
                                          </p:val>
                                        </p:tav>
                                        <p:tav tm="100000">
                                          <p:val>
                                            <p:strVal val="#ppt_x"/>
                                          </p:val>
                                        </p:tav>
                                      </p:tavLst>
                                    </p:anim>
                                    <p:anim calcmode="lin" valueType="num">
                                      <p:cBhvr additive="repl">
                                        <p:cTn id="163" dur="1000" fill="hold"/>
                                        <p:tgtEl>
                                          <p:spTgt spid="482"/>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nodeType="clickEffect" fill="hold" presetClass="entr" presetID="42">
                                  <p:stCondLst>
                                    <p:cond delay="0"/>
                                  </p:stCondLst>
                                  <p:childTnLst>
                                    <p:set>
                                      <p:cBhvr>
                                        <p:cTn id="167" dur="1" fill="hold">
                                          <p:stCondLst>
                                            <p:cond delay="0"/>
                                          </p:stCondLst>
                                        </p:cTn>
                                        <p:tgtEl>
                                          <p:spTgt spid="483">
                                            <p:txEl>
                                              <p:pRg st="0" end="0"/>
                                            </p:txEl>
                                          </p:spTgt>
                                        </p:tgtEl>
                                        <p:attrNameLst>
                                          <p:attrName>style.visibility</p:attrName>
                                        </p:attrNameLst>
                                      </p:cBhvr>
                                      <p:to>
                                        <p:strVal val="visible"/>
                                      </p:to>
                                    </p:set>
                                    <p:animEffect filter="fade" transition="in">
                                      <p:cBhvr additive="repl">
                                        <p:cTn id="168" dur="1000"/>
                                        <p:tgtEl>
                                          <p:spTgt spid="483">
                                            <p:txEl>
                                              <p:pRg st="0" end="0"/>
                                            </p:txEl>
                                          </p:spTgt>
                                        </p:tgtEl>
                                      </p:cBhvr>
                                    </p:animEffect>
                                    <p:anim calcmode="lin" valueType="num">
                                      <p:cBhvr additive="repl">
                                        <p:cTn id="169" dur="1000" fill="hold"/>
                                        <p:tgtEl>
                                          <p:spTgt spid="483">
                                            <p:txEl>
                                              <p:pRg st="0" end="0"/>
                                            </p:txEl>
                                          </p:spTgt>
                                        </p:tgtEl>
                                        <p:attrNameLst>
                                          <p:attrName>ppt_x</p:attrName>
                                        </p:attrNameLst>
                                      </p:cBhvr>
                                      <p:tavLst>
                                        <p:tav tm="0">
                                          <p:val>
                                            <p:strVal val="#ppt_x"/>
                                          </p:val>
                                        </p:tav>
                                        <p:tav tm="100000">
                                          <p:val>
                                            <p:strVal val="#ppt_x"/>
                                          </p:val>
                                        </p:tav>
                                      </p:tavLst>
                                    </p:anim>
                                    <p:anim calcmode="lin" valueType="num">
                                      <p:cBhvr additive="repl">
                                        <p:cTn id="170" dur="1000" fill="hold"/>
                                        <p:tgtEl>
                                          <p:spTgt spid="48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4" name="Picture 4" descr=""/>
          <p:cNvPicPr/>
          <p:nvPr/>
        </p:nvPicPr>
        <p:blipFill>
          <a:blip r:embed="rId1"/>
          <a:srcRect l="0" t="96179" r="0" b="0"/>
          <a:stretch/>
        </p:blipFill>
        <p:spPr>
          <a:xfrm>
            <a:off x="676080" y="6472080"/>
            <a:ext cx="2142720" cy="192600"/>
          </a:xfrm>
          <a:prstGeom prst="rect">
            <a:avLst/>
          </a:prstGeom>
          <a:ln w="0">
            <a:noFill/>
          </a:ln>
        </p:spPr>
      </p:pic>
      <p:sp>
        <p:nvSpPr>
          <p:cNvPr id="485"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486"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87"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488" name="" descr=""/>
          <p:cNvPicPr/>
          <p:nvPr/>
        </p:nvPicPr>
        <p:blipFill>
          <a:blip r:embed="rId2"/>
          <a:stretch/>
        </p:blipFill>
        <p:spPr>
          <a:xfrm>
            <a:off x="540000" y="1620000"/>
            <a:ext cx="8408520" cy="4140000"/>
          </a:xfrm>
          <a:prstGeom prst="rect">
            <a:avLst/>
          </a:prstGeom>
          <a:ln w="0">
            <a:noFill/>
          </a:ln>
        </p:spPr>
      </p:pic>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nodeType="clickEffect" fill="hold" presetClass="entr" presetID="53" presetSubtype="16">
                                  <p:stCondLst>
                                    <p:cond delay="0"/>
                                  </p:stCondLst>
                                  <p:childTnLst>
                                    <p:set>
                                      <p:cBhvr>
                                        <p:cTn id="176" dur="1" fill="hold">
                                          <p:stCondLst>
                                            <p:cond delay="0"/>
                                          </p:stCondLst>
                                        </p:cTn>
                                        <p:tgtEl>
                                          <p:spTgt spid="485"/>
                                        </p:tgtEl>
                                        <p:attrNameLst>
                                          <p:attrName>style.visibility</p:attrName>
                                        </p:attrNameLst>
                                      </p:cBhvr>
                                      <p:to>
                                        <p:strVal val="visible"/>
                                      </p:to>
                                    </p:set>
                                    <p:anim calcmode="lin" valueType="num">
                                      <p:cBhvr additive="repl">
                                        <p:cTn id="177" dur="500" fill="hold"/>
                                        <p:tgtEl>
                                          <p:spTgt spid="485"/>
                                        </p:tgtEl>
                                        <p:attrNameLst>
                                          <p:attrName>ppt_w</p:attrName>
                                        </p:attrNameLst>
                                      </p:cBhvr>
                                      <p:tavLst>
                                        <p:tav tm="0">
                                          <p:val>
                                            <p:fltVal val="0"/>
                                          </p:val>
                                        </p:tav>
                                        <p:tav tm="100000">
                                          <p:val>
                                            <p:strVal val="#ppt_w"/>
                                          </p:val>
                                        </p:tav>
                                      </p:tavLst>
                                    </p:anim>
                                    <p:anim calcmode="lin" valueType="num">
                                      <p:cBhvr additive="repl">
                                        <p:cTn id="178" dur="500" fill="hold"/>
                                        <p:tgtEl>
                                          <p:spTgt spid="485"/>
                                        </p:tgtEl>
                                        <p:attrNameLst>
                                          <p:attrName>ppt_h</p:attrName>
                                        </p:attrNameLst>
                                      </p:cBhvr>
                                      <p:tavLst>
                                        <p:tav tm="0">
                                          <p:val>
                                            <p:fltVal val="0"/>
                                          </p:val>
                                        </p:tav>
                                        <p:tav tm="100000">
                                          <p:val>
                                            <p:strVal val="#ppt_h"/>
                                          </p:val>
                                        </p:tav>
                                      </p:tavLst>
                                    </p:anim>
                                    <p:animEffect filter="fade" transition="in">
                                      <p:cBhvr additive="repl">
                                        <p:cTn id="179" dur="500"/>
                                        <p:tgtEl>
                                          <p:spTgt spid="485"/>
                                        </p:tgtEl>
                                      </p:cBhvr>
                                    </p:animEffect>
                                  </p:childTnLst>
                                </p:cTn>
                              </p:par>
                            </p:childTnLst>
                          </p:cTn>
                        </p:par>
                      </p:childTnLst>
                    </p:cTn>
                  </p:par>
                  <p:par>
                    <p:cTn id="180" fill="hold">
                      <p:stCondLst>
                        <p:cond delay="indefinite"/>
                      </p:stCondLst>
                      <p:childTnLst>
                        <p:par>
                          <p:cTn id="181" fill="hold">
                            <p:stCondLst>
                              <p:cond delay="0"/>
                            </p:stCondLst>
                            <p:childTnLst>
                              <p:par>
                                <p:cTn id="182" nodeType="clickEffect" fill="hold" presetClass="entr" presetID="42">
                                  <p:stCondLst>
                                    <p:cond delay="0"/>
                                  </p:stCondLst>
                                  <p:endCondLst>
                                    <p:cond delay="0" evt="begin">
                                      <p:tn val="182"/>
                                    </p:cond>
                                  </p:endCondLst>
                                  <p:childTnLst>
                                    <p:set>
                                      <p:cBhvr>
                                        <p:cTn id="183" dur="1" fill="hold">
                                          <p:stCondLst>
                                            <p:cond delay="0"/>
                                          </p:stCondLst>
                                        </p:cTn>
                                        <p:tgtEl>
                                          <p:spTgt spid="486"/>
                                        </p:tgtEl>
                                        <p:attrNameLst>
                                          <p:attrName>style.visibility</p:attrName>
                                        </p:attrNameLst>
                                      </p:cBhvr>
                                      <p:to>
                                        <p:strVal val="visible"/>
                                      </p:to>
                                    </p:set>
                                    <p:animEffect filter="fade" transition="in">
                                      <p:cBhvr additive="repl">
                                        <p:cTn id="184" dur="1000"/>
                                        <p:tgtEl>
                                          <p:spTgt spid="486"/>
                                        </p:tgtEl>
                                      </p:cBhvr>
                                    </p:animEffect>
                                    <p:anim calcmode="lin" valueType="num">
                                      <p:cBhvr additive="repl">
                                        <p:cTn id="185" dur="1000" fill="hold"/>
                                        <p:tgtEl>
                                          <p:spTgt spid="486"/>
                                        </p:tgtEl>
                                        <p:attrNameLst>
                                          <p:attrName>ppt_x</p:attrName>
                                        </p:attrNameLst>
                                      </p:cBhvr>
                                      <p:tavLst>
                                        <p:tav tm="0">
                                          <p:val>
                                            <p:strVal val="#ppt_x"/>
                                          </p:val>
                                        </p:tav>
                                        <p:tav tm="100000">
                                          <p:val>
                                            <p:strVal val="#ppt_x"/>
                                          </p:val>
                                        </p:tav>
                                      </p:tavLst>
                                    </p:anim>
                                    <p:anim calcmode="lin" valueType="num">
                                      <p:cBhvr additive="repl">
                                        <p:cTn id="186" dur="1000" fill="hold"/>
                                        <p:tgtEl>
                                          <p:spTgt spid="486"/>
                                        </p:tgtEl>
                                        <p:attrNameLst>
                                          <p:attrName>ppt_y</p:attrName>
                                        </p:attrNameLst>
                                      </p:cBhvr>
                                      <p:tavLst>
                                        <p:tav tm="0">
                                          <p:val>
                                            <p:strVal val="#ppt_y+.1"/>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nodeType="clickEffect" fill="hold" presetClass="entr" presetID="42">
                                  <p:stCondLst>
                                    <p:cond delay="0"/>
                                  </p:stCondLst>
                                  <p:endCondLst>
                                    <p:cond delay="0" evt="begin">
                                      <p:tn val="189"/>
                                    </p:cond>
                                  </p:endCondLst>
                                  <p:childTnLst>
                                    <p:set>
                                      <p:cBhvr>
                                        <p:cTn id="190" dur="1" fill="hold">
                                          <p:stCondLst>
                                            <p:cond delay="0"/>
                                          </p:stCondLst>
                                        </p:cTn>
                                        <p:tgtEl>
                                          <p:spTgt spid="487"/>
                                        </p:tgtEl>
                                        <p:attrNameLst>
                                          <p:attrName>style.visibility</p:attrName>
                                        </p:attrNameLst>
                                      </p:cBhvr>
                                      <p:to>
                                        <p:strVal val="visible"/>
                                      </p:to>
                                    </p:set>
                                    <p:animEffect filter="fade" transition="in">
                                      <p:cBhvr additive="repl">
                                        <p:cTn id="191" dur="1000"/>
                                        <p:tgtEl>
                                          <p:spTgt spid="487"/>
                                        </p:tgtEl>
                                      </p:cBhvr>
                                    </p:animEffect>
                                    <p:anim calcmode="lin" valueType="num">
                                      <p:cBhvr additive="repl">
                                        <p:cTn id="192" dur="1000" fill="hold"/>
                                        <p:tgtEl>
                                          <p:spTgt spid="487"/>
                                        </p:tgtEl>
                                        <p:attrNameLst>
                                          <p:attrName>ppt_x</p:attrName>
                                        </p:attrNameLst>
                                      </p:cBhvr>
                                      <p:tavLst>
                                        <p:tav tm="0">
                                          <p:val>
                                            <p:strVal val="#ppt_x"/>
                                          </p:val>
                                        </p:tav>
                                        <p:tav tm="100000">
                                          <p:val>
                                            <p:strVal val="#ppt_x"/>
                                          </p:val>
                                        </p:tav>
                                      </p:tavLst>
                                    </p:anim>
                                    <p:anim calcmode="lin" valueType="num">
                                      <p:cBhvr additive="repl">
                                        <p:cTn id="193" dur="1000" fill="hold"/>
                                        <p:tgtEl>
                                          <p:spTgt spid="4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9" name="Picture 4" descr=""/>
          <p:cNvPicPr/>
          <p:nvPr/>
        </p:nvPicPr>
        <p:blipFill>
          <a:blip r:embed="rId1"/>
          <a:srcRect l="0" t="96179" r="0" b="0"/>
          <a:stretch/>
        </p:blipFill>
        <p:spPr>
          <a:xfrm>
            <a:off x="676080" y="6472080"/>
            <a:ext cx="2142720" cy="192600"/>
          </a:xfrm>
          <a:prstGeom prst="rect">
            <a:avLst/>
          </a:prstGeom>
          <a:ln w="0">
            <a:noFill/>
          </a:ln>
        </p:spPr>
      </p:pic>
      <p:sp>
        <p:nvSpPr>
          <p:cNvPr id="49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491"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92"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93" name="PlaceHolder 2"/>
          <p:cNvSpPr>
            <a:spLocks noGrp="1"/>
          </p:cNvSpPr>
          <p:nvPr>
            <p:ph/>
          </p:nvPr>
        </p:nvSpPr>
        <p:spPr>
          <a:xfrm>
            <a:off x="720000" y="1260000"/>
            <a:ext cx="7200000" cy="1080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Graph Summary</a:t>
            </a:r>
            <a:endParaRPr b="0" lang="en-US" sz="2000" spc="-1" strike="noStrike">
              <a:solidFill>
                <a:schemeClr val="dk1">
                  <a:lumMod val="75000"/>
                  <a:lumOff val="25000"/>
                </a:schemeClr>
              </a:solidFill>
              <a:latin typeface="Trebuchet MS"/>
            </a:endParaRPr>
          </a:p>
        </p:txBody>
      </p:sp>
    </p:spTree>
  </p:cSld>
  <mc:AlternateContent>
    <mc:Choice Requires="p14">
      <p:transition spd="slow" p14:dur="2000"/>
    </mc:Choice>
    <mc:Fallback>
      <p:transition spd="slow"/>
    </mc:Fallback>
  </mc:AlternateContent>
  <p:timing>
    <p:tnLst>
      <p:par>
        <p:cTn id="194" dur="indefinite" restart="never" nodeType="tmRoot">
          <p:childTnLst>
            <p:seq>
              <p:cTn id="195" dur="indefinite" nodeType="mainSeq">
                <p:childTnLst>
                  <p:par>
                    <p:cTn id="196" fill="hold">
                      <p:stCondLst>
                        <p:cond delay="indefinite"/>
                      </p:stCondLst>
                      <p:childTnLst>
                        <p:par>
                          <p:cTn id="197" fill="hold">
                            <p:stCondLst>
                              <p:cond delay="0"/>
                            </p:stCondLst>
                            <p:childTnLst>
                              <p:par>
                                <p:cTn id="198" nodeType="clickEffect" fill="hold" presetClass="entr" presetID="53" presetSubtype="16">
                                  <p:stCondLst>
                                    <p:cond delay="0"/>
                                  </p:stCondLst>
                                  <p:childTnLst>
                                    <p:set>
                                      <p:cBhvr>
                                        <p:cTn id="199" dur="1" fill="hold">
                                          <p:stCondLst>
                                            <p:cond delay="0"/>
                                          </p:stCondLst>
                                        </p:cTn>
                                        <p:tgtEl>
                                          <p:spTgt spid="490"/>
                                        </p:tgtEl>
                                        <p:attrNameLst>
                                          <p:attrName>style.visibility</p:attrName>
                                        </p:attrNameLst>
                                      </p:cBhvr>
                                      <p:to>
                                        <p:strVal val="visible"/>
                                      </p:to>
                                    </p:set>
                                    <p:anim calcmode="lin" valueType="num">
                                      <p:cBhvr additive="repl">
                                        <p:cTn id="200" dur="500" fill="hold"/>
                                        <p:tgtEl>
                                          <p:spTgt spid="490"/>
                                        </p:tgtEl>
                                        <p:attrNameLst>
                                          <p:attrName>ppt_w</p:attrName>
                                        </p:attrNameLst>
                                      </p:cBhvr>
                                      <p:tavLst>
                                        <p:tav tm="0">
                                          <p:val>
                                            <p:fltVal val="0"/>
                                          </p:val>
                                        </p:tav>
                                        <p:tav tm="100000">
                                          <p:val>
                                            <p:strVal val="#ppt_w"/>
                                          </p:val>
                                        </p:tav>
                                      </p:tavLst>
                                    </p:anim>
                                    <p:anim calcmode="lin" valueType="num">
                                      <p:cBhvr additive="repl">
                                        <p:cTn id="201" dur="500" fill="hold"/>
                                        <p:tgtEl>
                                          <p:spTgt spid="490"/>
                                        </p:tgtEl>
                                        <p:attrNameLst>
                                          <p:attrName>ppt_h</p:attrName>
                                        </p:attrNameLst>
                                      </p:cBhvr>
                                      <p:tavLst>
                                        <p:tav tm="0">
                                          <p:val>
                                            <p:fltVal val="0"/>
                                          </p:val>
                                        </p:tav>
                                        <p:tav tm="100000">
                                          <p:val>
                                            <p:strVal val="#ppt_h"/>
                                          </p:val>
                                        </p:tav>
                                      </p:tavLst>
                                    </p:anim>
                                    <p:animEffect filter="fade" transition="in">
                                      <p:cBhvr additive="repl">
                                        <p:cTn id="202" dur="500"/>
                                        <p:tgtEl>
                                          <p:spTgt spid="490"/>
                                        </p:tgtEl>
                                      </p:cBhvr>
                                    </p:animEffect>
                                  </p:childTnLst>
                                </p:cTn>
                              </p:par>
                            </p:childTnLst>
                          </p:cTn>
                        </p:par>
                      </p:childTnLst>
                    </p:cTn>
                  </p:par>
                  <p:par>
                    <p:cTn id="203" fill="hold">
                      <p:stCondLst>
                        <p:cond delay="indefinite"/>
                      </p:stCondLst>
                      <p:childTnLst>
                        <p:par>
                          <p:cTn id="204" fill="hold">
                            <p:stCondLst>
                              <p:cond delay="0"/>
                            </p:stCondLst>
                            <p:childTnLst>
                              <p:par>
                                <p:cTn id="205" nodeType="clickEffect" fill="hold" presetClass="entr" presetID="42">
                                  <p:stCondLst>
                                    <p:cond delay="0"/>
                                  </p:stCondLst>
                                  <p:endCondLst>
                                    <p:cond delay="0" evt="begin">
                                      <p:tn val="205"/>
                                    </p:cond>
                                  </p:endCondLst>
                                  <p:childTnLst>
                                    <p:set>
                                      <p:cBhvr>
                                        <p:cTn id="206" dur="1" fill="hold">
                                          <p:stCondLst>
                                            <p:cond delay="0"/>
                                          </p:stCondLst>
                                        </p:cTn>
                                        <p:tgtEl>
                                          <p:spTgt spid="491"/>
                                        </p:tgtEl>
                                        <p:attrNameLst>
                                          <p:attrName>style.visibility</p:attrName>
                                        </p:attrNameLst>
                                      </p:cBhvr>
                                      <p:to>
                                        <p:strVal val="visible"/>
                                      </p:to>
                                    </p:set>
                                    <p:animEffect filter="fade" transition="in">
                                      <p:cBhvr additive="repl">
                                        <p:cTn id="207" dur="1000"/>
                                        <p:tgtEl>
                                          <p:spTgt spid="491"/>
                                        </p:tgtEl>
                                      </p:cBhvr>
                                    </p:animEffect>
                                    <p:anim calcmode="lin" valueType="num">
                                      <p:cBhvr additive="repl">
                                        <p:cTn id="208" dur="1000" fill="hold"/>
                                        <p:tgtEl>
                                          <p:spTgt spid="491"/>
                                        </p:tgtEl>
                                        <p:attrNameLst>
                                          <p:attrName>ppt_x</p:attrName>
                                        </p:attrNameLst>
                                      </p:cBhvr>
                                      <p:tavLst>
                                        <p:tav tm="0">
                                          <p:val>
                                            <p:strVal val="#ppt_x"/>
                                          </p:val>
                                        </p:tav>
                                        <p:tav tm="100000">
                                          <p:val>
                                            <p:strVal val="#ppt_x"/>
                                          </p:val>
                                        </p:tav>
                                      </p:tavLst>
                                    </p:anim>
                                    <p:anim calcmode="lin" valueType="num">
                                      <p:cBhvr additive="repl">
                                        <p:cTn id="209" dur="1000" fill="hold"/>
                                        <p:tgtEl>
                                          <p:spTgt spid="491"/>
                                        </p:tgtEl>
                                        <p:attrNameLst>
                                          <p:attrName>ppt_y</p:attrName>
                                        </p:attrNameLst>
                                      </p:cBhvr>
                                      <p:tavLst>
                                        <p:tav tm="0">
                                          <p:val>
                                            <p:strVal val="#ppt_y+.1"/>
                                          </p:val>
                                        </p:tav>
                                        <p:tav tm="100000">
                                          <p:val>
                                            <p:strVal val="#ppt_y"/>
                                          </p:val>
                                        </p:tav>
                                      </p:tavLst>
                                    </p:anim>
                                  </p:childTnLst>
                                </p:cTn>
                              </p:par>
                            </p:childTnLst>
                          </p:cTn>
                        </p:par>
                      </p:childTnLst>
                    </p:cTn>
                  </p:par>
                  <p:par>
                    <p:cTn id="210" fill="hold">
                      <p:stCondLst>
                        <p:cond delay="indefinite"/>
                      </p:stCondLst>
                      <p:childTnLst>
                        <p:par>
                          <p:cTn id="211" fill="hold">
                            <p:stCondLst>
                              <p:cond delay="0"/>
                            </p:stCondLst>
                            <p:childTnLst>
                              <p:par>
                                <p:cTn id="212" nodeType="clickEffect" fill="hold" presetClass="entr" presetID="42">
                                  <p:stCondLst>
                                    <p:cond delay="0"/>
                                  </p:stCondLst>
                                  <p:endCondLst>
                                    <p:cond delay="0" evt="begin">
                                      <p:tn val="212"/>
                                    </p:cond>
                                  </p:endCondLst>
                                  <p:childTnLst>
                                    <p:set>
                                      <p:cBhvr>
                                        <p:cTn id="213" dur="1" fill="hold">
                                          <p:stCondLst>
                                            <p:cond delay="0"/>
                                          </p:stCondLst>
                                        </p:cTn>
                                        <p:tgtEl>
                                          <p:spTgt spid="492"/>
                                        </p:tgtEl>
                                        <p:attrNameLst>
                                          <p:attrName>style.visibility</p:attrName>
                                        </p:attrNameLst>
                                      </p:cBhvr>
                                      <p:to>
                                        <p:strVal val="visible"/>
                                      </p:to>
                                    </p:set>
                                    <p:animEffect filter="fade" transition="in">
                                      <p:cBhvr additive="repl">
                                        <p:cTn id="214" dur="1000"/>
                                        <p:tgtEl>
                                          <p:spTgt spid="492"/>
                                        </p:tgtEl>
                                      </p:cBhvr>
                                    </p:animEffect>
                                    <p:anim calcmode="lin" valueType="num">
                                      <p:cBhvr additive="repl">
                                        <p:cTn id="215" dur="1000" fill="hold"/>
                                        <p:tgtEl>
                                          <p:spTgt spid="492"/>
                                        </p:tgtEl>
                                        <p:attrNameLst>
                                          <p:attrName>ppt_x</p:attrName>
                                        </p:attrNameLst>
                                      </p:cBhvr>
                                      <p:tavLst>
                                        <p:tav tm="0">
                                          <p:val>
                                            <p:strVal val="#ppt_x"/>
                                          </p:val>
                                        </p:tav>
                                        <p:tav tm="100000">
                                          <p:val>
                                            <p:strVal val="#ppt_x"/>
                                          </p:val>
                                        </p:tav>
                                      </p:tavLst>
                                    </p:anim>
                                    <p:anim calcmode="lin" valueType="num">
                                      <p:cBhvr additive="repl">
                                        <p:cTn id="216" dur="1000" fill="hold"/>
                                        <p:tgtEl>
                                          <p:spTgt spid="492"/>
                                        </p:tgtEl>
                                        <p:attrNameLst>
                                          <p:attrName>ppt_y</p:attrName>
                                        </p:attrNameLst>
                                      </p:cBhvr>
                                      <p:tavLst>
                                        <p:tav tm="0">
                                          <p:val>
                                            <p:strVal val="#ppt_y+.1"/>
                                          </p:val>
                                        </p:tav>
                                        <p:tav tm="100000">
                                          <p:val>
                                            <p:strVal val="#ppt_y"/>
                                          </p:val>
                                        </p:tav>
                                      </p:tavLst>
                                    </p:anim>
                                  </p:childTnLst>
                                </p:cTn>
                              </p:par>
                            </p:childTnLst>
                          </p:cTn>
                        </p:par>
                      </p:childTnLst>
                    </p:cTn>
                  </p:par>
                  <p:par>
                    <p:cTn id="217" fill="hold">
                      <p:stCondLst>
                        <p:cond delay="indefinite"/>
                      </p:stCondLst>
                      <p:childTnLst>
                        <p:par>
                          <p:cTn id="218" fill="hold">
                            <p:stCondLst>
                              <p:cond delay="0"/>
                            </p:stCondLst>
                            <p:childTnLst>
                              <p:par>
                                <p:cTn id="219" nodeType="clickEffect" fill="hold" presetClass="entr" presetID="42">
                                  <p:stCondLst>
                                    <p:cond delay="0"/>
                                  </p:stCondLst>
                                  <p:childTnLst>
                                    <p:set>
                                      <p:cBhvr>
                                        <p:cTn id="220" dur="1" fill="hold">
                                          <p:stCondLst>
                                            <p:cond delay="0"/>
                                          </p:stCondLst>
                                        </p:cTn>
                                        <p:tgtEl>
                                          <p:spTgt spid="493">
                                            <p:txEl>
                                              <p:pRg st="0" end="0"/>
                                            </p:txEl>
                                          </p:spTgt>
                                        </p:tgtEl>
                                        <p:attrNameLst>
                                          <p:attrName>style.visibility</p:attrName>
                                        </p:attrNameLst>
                                      </p:cBhvr>
                                      <p:to>
                                        <p:strVal val="visible"/>
                                      </p:to>
                                    </p:set>
                                    <p:animEffect filter="fade" transition="in">
                                      <p:cBhvr additive="repl">
                                        <p:cTn id="221" dur="1000"/>
                                        <p:tgtEl>
                                          <p:spTgt spid="493">
                                            <p:txEl>
                                              <p:pRg st="0" end="0"/>
                                            </p:txEl>
                                          </p:spTgt>
                                        </p:tgtEl>
                                      </p:cBhvr>
                                    </p:animEffect>
                                    <p:anim calcmode="lin" valueType="num">
                                      <p:cBhvr additive="repl">
                                        <p:cTn id="222" dur="1000" fill="hold"/>
                                        <p:tgtEl>
                                          <p:spTgt spid="493">
                                            <p:txEl>
                                              <p:pRg st="0" end="0"/>
                                            </p:txEl>
                                          </p:spTgt>
                                        </p:tgtEl>
                                        <p:attrNameLst>
                                          <p:attrName>ppt_x</p:attrName>
                                        </p:attrNameLst>
                                      </p:cBhvr>
                                      <p:tavLst>
                                        <p:tav tm="0">
                                          <p:val>
                                            <p:strVal val="#ppt_x"/>
                                          </p:val>
                                        </p:tav>
                                        <p:tav tm="100000">
                                          <p:val>
                                            <p:strVal val="#ppt_x"/>
                                          </p:val>
                                        </p:tav>
                                      </p:tavLst>
                                    </p:anim>
                                    <p:anim calcmode="lin" valueType="num">
                                      <p:cBhvr additive="repl">
                                        <p:cTn id="223" dur="1000" fill="hold"/>
                                        <p:tgtEl>
                                          <p:spTgt spid="49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4" name="Picture 4" descr=""/>
          <p:cNvPicPr/>
          <p:nvPr/>
        </p:nvPicPr>
        <p:blipFill>
          <a:blip r:embed="rId1"/>
          <a:srcRect l="0" t="96179" r="0" b="0"/>
          <a:stretch/>
        </p:blipFill>
        <p:spPr>
          <a:xfrm>
            <a:off x="676080" y="6472080"/>
            <a:ext cx="2142720" cy="192600"/>
          </a:xfrm>
          <a:prstGeom prst="rect">
            <a:avLst/>
          </a:prstGeom>
          <a:ln w="0">
            <a:noFill/>
          </a:ln>
        </p:spPr>
      </p:pic>
      <p:sp>
        <p:nvSpPr>
          <p:cNvPr id="495"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496"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97"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98" name="PlaceHolder 2"/>
          <p:cNvSpPr>
            <a:spLocks noGrp="1"/>
          </p:cNvSpPr>
          <p:nvPr>
            <p:ph/>
          </p:nvPr>
        </p:nvSpPr>
        <p:spPr>
          <a:xfrm>
            <a:off x="627120" y="1440000"/>
            <a:ext cx="8012880" cy="7282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Code Summary</a:t>
            </a:r>
            <a:endParaRPr b="0" lang="en-US" sz="2000" spc="-1" strike="noStrike">
              <a:solidFill>
                <a:schemeClr val="dk1">
                  <a:lumMod val="75000"/>
                  <a:lumOff val="25000"/>
                </a:schemeClr>
              </a:solidFill>
              <a:latin typeface="Trebuchet MS"/>
            </a:endParaRPr>
          </a:p>
        </p:txBody>
      </p:sp>
    </p:spTree>
  </p:cSld>
  <mc:AlternateContent>
    <mc:Choice Requires="p14">
      <p:transition spd="slow" p14:dur="2000"/>
    </mc:Choice>
    <mc:Fallback>
      <p:transition spd="slow"/>
    </mc:Fallback>
  </mc:AlternateContent>
  <p:timing>
    <p:tnLst>
      <p:par>
        <p:cTn id="224" dur="indefinite" restart="never" nodeType="tmRoot">
          <p:childTnLst>
            <p:seq>
              <p:cTn id="225" dur="indefinite" nodeType="mainSeq">
                <p:childTnLst>
                  <p:par>
                    <p:cTn id="226" fill="hold">
                      <p:stCondLst>
                        <p:cond delay="indefinite"/>
                      </p:stCondLst>
                      <p:childTnLst>
                        <p:par>
                          <p:cTn id="227" fill="hold">
                            <p:stCondLst>
                              <p:cond delay="0"/>
                            </p:stCondLst>
                            <p:childTnLst>
                              <p:par>
                                <p:cTn id="228" nodeType="clickEffect" fill="hold" presetClass="entr" presetID="53" presetSubtype="16">
                                  <p:stCondLst>
                                    <p:cond delay="0"/>
                                  </p:stCondLst>
                                  <p:childTnLst>
                                    <p:set>
                                      <p:cBhvr>
                                        <p:cTn id="229" dur="1" fill="hold">
                                          <p:stCondLst>
                                            <p:cond delay="0"/>
                                          </p:stCondLst>
                                        </p:cTn>
                                        <p:tgtEl>
                                          <p:spTgt spid="495"/>
                                        </p:tgtEl>
                                        <p:attrNameLst>
                                          <p:attrName>style.visibility</p:attrName>
                                        </p:attrNameLst>
                                      </p:cBhvr>
                                      <p:to>
                                        <p:strVal val="visible"/>
                                      </p:to>
                                    </p:set>
                                    <p:anim calcmode="lin" valueType="num">
                                      <p:cBhvr additive="repl">
                                        <p:cTn id="230" dur="500" fill="hold"/>
                                        <p:tgtEl>
                                          <p:spTgt spid="495"/>
                                        </p:tgtEl>
                                        <p:attrNameLst>
                                          <p:attrName>ppt_w</p:attrName>
                                        </p:attrNameLst>
                                      </p:cBhvr>
                                      <p:tavLst>
                                        <p:tav tm="0">
                                          <p:val>
                                            <p:fltVal val="0"/>
                                          </p:val>
                                        </p:tav>
                                        <p:tav tm="100000">
                                          <p:val>
                                            <p:strVal val="#ppt_w"/>
                                          </p:val>
                                        </p:tav>
                                      </p:tavLst>
                                    </p:anim>
                                    <p:anim calcmode="lin" valueType="num">
                                      <p:cBhvr additive="repl">
                                        <p:cTn id="231" dur="500" fill="hold"/>
                                        <p:tgtEl>
                                          <p:spTgt spid="495"/>
                                        </p:tgtEl>
                                        <p:attrNameLst>
                                          <p:attrName>ppt_h</p:attrName>
                                        </p:attrNameLst>
                                      </p:cBhvr>
                                      <p:tavLst>
                                        <p:tav tm="0">
                                          <p:val>
                                            <p:fltVal val="0"/>
                                          </p:val>
                                        </p:tav>
                                        <p:tav tm="100000">
                                          <p:val>
                                            <p:strVal val="#ppt_h"/>
                                          </p:val>
                                        </p:tav>
                                      </p:tavLst>
                                    </p:anim>
                                    <p:animEffect filter="fade" transition="in">
                                      <p:cBhvr additive="repl">
                                        <p:cTn id="232" dur="500"/>
                                        <p:tgtEl>
                                          <p:spTgt spid="495"/>
                                        </p:tgtEl>
                                      </p:cBhvr>
                                    </p:animEffect>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42">
                                  <p:stCondLst>
                                    <p:cond delay="0"/>
                                  </p:stCondLst>
                                  <p:endCondLst>
                                    <p:cond delay="0" evt="begin">
                                      <p:tn val="235"/>
                                    </p:cond>
                                  </p:endCondLst>
                                  <p:childTnLst>
                                    <p:set>
                                      <p:cBhvr>
                                        <p:cTn id="236" dur="1" fill="hold">
                                          <p:stCondLst>
                                            <p:cond delay="0"/>
                                          </p:stCondLst>
                                        </p:cTn>
                                        <p:tgtEl>
                                          <p:spTgt spid="496"/>
                                        </p:tgtEl>
                                        <p:attrNameLst>
                                          <p:attrName>style.visibility</p:attrName>
                                        </p:attrNameLst>
                                      </p:cBhvr>
                                      <p:to>
                                        <p:strVal val="visible"/>
                                      </p:to>
                                    </p:set>
                                    <p:animEffect filter="fade" transition="in">
                                      <p:cBhvr additive="repl">
                                        <p:cTn id="237" dur="1000"/>
                                        <p:tgtEl>
                                          <p:spTgt spid="496"/>
                                        </p:tgtEl>
                                      </p:cBhvr>
                                    </p:animEffect>
                                    <p:anim calcmode="lin" valueType="num">
                                      <p:cBhvr additive="repl">
                                        <p:cTn id="238" dur="1000" fill="hold"/>
                                        <p:tgtEl>
                                          <p:spTgt spid="496"/>
                                        </p:tgtEl>
                                        <p:attrNameLst>
                                          <p:attrName>ppt_x</p:attrName>
                                        </p:attrNameLst>
                                      </p:cBhvr>
                                      <p:tavLst>
                                        <p:tav tm="0">
                                          <p:val>
                                            <p:strVal val="#ppt_x"/>
                                          </p:val>
                                        </p:tav>
                                        <p:tav tm="100000">
                                          <p:val>
                                            <p:strVal val="#ppt_x"/>
                                          </p:val>
                                        </p:tav>
                                      </p:tavLst>
                                    </p:anim>
                                    <p:anim calcmode="lin" valueType="num">
                                      <p:cBhvr additive="repl">
                                        <p:cTn id="239" dur="1000" fill="hold"/>
                                        <p:tgtEl>
                                          <p:spTgt spid="496"/>
                                        </p:tgtEl>
                                        <p:attrNameLst>
                                          <p:attrName>ppt_y</p:attrName>
                                        </p:attrNameLst>
                                      </p:cBhvr>
                                      <p:tavLst>
                                        <p:tav tm="0">
                                          <p:val>
                                            <p:strVal val="#ppt_y+.1"/>
                                          </p:val>
                                        </p:tav>
                                        <p:tav tm="100000">
                                          <p:val>
                                            <p:strVal val="#ppt_y"/>
                                          </p:val>
                                        </p:tav>
                                      </p:tavLst>
                                    </p:anim>
                                  </p:childTnLst>
                                </p:cTn>
                              </p:par>
                            </p:childTnLst>
                          </p:cTn>
                        </p:par>
                      </p:childTnLst>
                    </p:cTn>
                  </p:par>
                  <p:par>
                    <p:cTn id="240" fill="hold">
                      <p:stCondLst>
                        <p:cond delay="indefinite"/>
                      </p:stCondLst>
                      <p:childTnLst>
                        <p:par>
                          <p:cTn id="241" fill="hold">
                            <p:stCondLst>
                              <p:cond delay="0"/>
                            </p:stCondLst>
                            <p:childTnLst>
                              <p:par>
                                <p:cTn id="242" nodeType="clickEffect" fill="hold" presetClass="entr" presetID="42">
                                  <p:stCondLst>
                                    <p:cond delay="0"/>
                                  </p:stCondLst>
                                  <p:endCondLst>
                                    <p:cond delay="0" evt="begin">
                                      <p:tn val="242"/>
                                    </p:cond>
                                  </p:endCondLst>
                                  <p:childTnLst>
                                    <p:set>
                                      <p:cBhvr>
                                        <p:cTn id="243" dur="1" fill="hold">
                                          <p:stCondLst>
                                            <p:cond delay="0"/>
                                          </p:stCondLst>
                                        </p:cTn>
                                        <p:tgtEl>
                                          <p:spTgt spid="497"/>
                                        </p:tgtEl>
                                        <p:attrNameLst>
                                          <p:attrName>style.visibility</p:attrName>
                                        </p:attrNameLst>
                                      </p:cBhvr>
                                      <p:to>
                                        <p:strVal val="visible"/>
                                      </p:to>
                                    </p:set>
                                    <p:animEffect filter="fade" transition="in">
                                      <p:cBhvr additive="repl">
                                        <p:cTn id="244" dur="1000"/>
                                        <p:tgtEl>
                                          <p:spTgt spid="497"/>
                                        </p:tgtEl>
                                      </p:cBhvr>
                                    </p:animEffect>
                                    <p:anim calcmode="lin" valueType="num">
                                      <p:cBhvr additive="repl">
                                        <p:cTn id="245" dur="1000" fill="hold"/>
                                        <p:tgtEl>
                                          <p:spTgt spid="497"/>
                                        </p:tgtEl>
                                        <p:attrNameLst>
                                          <p:attrName>ppt_x</p:attrName>
                                        </p:attrNameLst>
                                      </p:cBhvr>
                                      <p:tavLst>
                                        <p:tav tm="0">
                                          <p:val>
                                            <p:strVal val="#ppt_x"/>
                                          </p:val>
                                        </p:tav>
                                        <p:tav tm="100000">
                                          <p:val>
                                            <p:strVal val="#ppt_x"/>
                                          </p:val>
                                        </p:tav>
                                      </p:tavLst>
                                    </p:anim>
                                    <p:anim calcmode="lin" valueType="num">
                                      <p:cBhvr additive="repl">
                                        <p:cTn id="246" dur="1000" fill="hold"/>
                                        <p:tgtEl>
                                          <p:spTgt spid="497"/>
                                        </p:tgtEl>
                                        <p:attrNameLst>
                                          <p:attrName>ppt_y</p:attrName>
                                        </p:attrNameLst>
                                      </p:cBhvr>
                                      <p:tavLst>
                                        <p:tav tm="0">
                                          <p:val>
                                            <p:strVal val="#ppt_y+.1"/>
                                          </p:val>
                                        </p:tav>
                                        <p:tav tm="100000">
                                          <p:val>
                                            <p:strVal val="#ppt_y"/>
                                          </p:val>
                                        </p:tav>
                                      </p:tavLst>
                                    </p:anim>
                                  </p:childTnLst>
                                </p:cTn>
                              </p:par>
                            </p:childTnLst>
                          </p:cTn>
                        </p:par>
                      </p:childTnLst>
                    </p:cTn>
                  </p:par>
                  <p:par>
                    <p:cTn id="247" fill="hold">
                      <p:stCondLst>
                        <p:cond delay="indefinite"/>
                      </p:stCondLst>
                      <p:childTnLst>
                        <p:par>
                          <p:cTn id="248" fill="hold">
                            <p:stCondLst>
                              <p:cond delay="0"/>
                            </p:stCondLst>
                            <p:childTnLst>
                              <p:par>
                                <p:cTn id="249" nodeType="clickEffect" fill="hold" presetClass="entr" presetID="42">
                                  <p:stCondLst>
                                    <p:cond delay="0"/>
                                  </p:stCondLst>
                                  <p:childTnLst>
                                    <p:set>
                                      <p:cBhvr>
                                        <p:cTn id="250" dur="1" fill="hold">
                                          <p:stCondLst>
                                            <p:cond delay="0"/>
                                          </p:stCondLst>
                                        </p:cTn>
                                        <p:tgtEl>
                                          <p:spTgt spid="498">
                                            <p:txEl>
                                              <p:pRg st="0" end="0"/>
                                            </p:txEl>
                                          </p:spTgt>
                                        </p:tgtEl>
                                        <p:attrNameLst>
                                          <p:attrName>style.visibility</p:attrName>
                                        </p:attrNameLst>
                                      </p:cBhvr>
                                      <p:to>
                                        <p:strVal val="visible"/>
                                      </p:to>
                                    </p:set>
                                    <p:animEffect filter="fade" transition="in">
                                      <p:cBhvr additive="repl">
                                        <p:cTn id="251" dur="1000"/>
                                        <p:tgtEl>
                                          <p:spTgt spid="498">
                                            <p:txEl>
                                              <p:pRg st="0" end="0"/>
                                            </p:txEl>
                                          </p:spTgt>
                                        </p:tgtEl>
                                      </p:cBhvr>
                                    </p:animEffect>
                                    <p:anim calcmode="lin" valueType="num">
                                      <p:cBhvr additive="repl">
                                        <p:cTn id="252" dur="1000" fill="hold"/>
                                        <p:tgtEl>
                                          <p:spTgt spid="498">
                                            <p:txEl>
                                              <p:pRg st="0" end="0"/>
                                            </p:txEl>
                                          </p:spTgt>
                                        </p:tgtEl>
                                        <p:attrNameLst>
                                          <p:attrName>ppt_x</p:attrName>
                                        </p:attrNameLst>
                                      </p:cBhvr>
                                      <p:tavLst>
                                        <p:tav tm="0">
                                          <p:val>
                                            <p:strVal val="#ppt_x"/>
                                          </p:val>
                                        </p:tav>
                                        <p:tav tm="100000">
                                          <p:val>
                                            <p:strVal val="#ppt_x"/>
                                          </p:val>
                                        </p:tav>
                                      </p:tavLst>
                                    </p:anim>
                                    <p:anim calcmode="lin" valueType="num">
                                      <p:cBhvr additive="repl">
                                        <p:cTn id="253" dur="1000" fill="hold"/>
                                        <p:tgtEl>
                                          <p:spTgt spid="49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9" name="Picture 3" descr=""/>
          <p:cNvPicPr/>
          <p:nvPr/>
        </p:nvPicPr>
        <p:blipFill>
          <a:blip r:embed="rId1"/>
          <a:srcRect l="0" t="96179" r="0" b="0"/>
          <a:stretch/>
        </p:blipFill>
        <p:spPr>
          <a:xfrm>
            <a:off x="676080" y="6472080"/>
            <a:ext cx="2142720" cy="192600"/>
          </a:xfrm>
          <a:prstGeom prst="rect">
            <a:avLst/>
          </a:prstGeom>
          <a:ln w="0">
            <a:noFill/>
          </a:ln>
        </p:spPr>
      </p:pic>
      <p:sp>
        <p:nvSpPr>
          <p:cNvPr id="50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01" name="Text Placeholder 4"/>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02" name="Text Placeholder 5"/>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pic>
        <p:nvPicPr>
          <p:cNvPr id="503" name="" descr=""/>
          <p:cNvPicPr/>
          <p:nvPr/>
        </p:nvPicPr>
        <p:blipFill>
          <a:blip r:embed="rId2"/>
          <a:stretch/>
        </p:blipFill>
        <p:spPr>
          <a:xfrm>
            <a:off x="602280" y="1620000"/>
            <a:ext cx="7497720" cy="3687840"/>
          </a:xfrm>
          <a:prstGeom prst="rect">
            <a:avLst/>
          </a:prstGeom>
          <a:ln w="0">
            <a:noFill/>
          </a:ln>
        </p:spPr>
      </p:pic>
    </p:spTree>
  </p:cSld>
  <mc:AlternateContent>
    <mc:Choice Requires="p14">
      <p:transition spd="slow" p14:dur="2000"/>
    </mc:Choice>
    <mc:Fallback>
      <p:transition spd="slow"/>
    </mc:Fallback>
  </mc:AlternateContent>
  <p:timing>
    <p:tnLst>
      <p:par>
        <p:cTn id="254" dur="indefinite" restart="never" nodeType="tmRoot">
          <p:childTnLst>
            <p:seq>
              <p:cTn id="255" dur="indefinite" nodeType="mainSeq">
                <p:childTnLst>
                  <p:par>
                    <p:cTn id="256" fill="hold">
                      <p:stCondLst>
                        <p:cond delay="indefinite"/>
                      </p:stCondLst>
                      <p:childTnLst>
                        <p:par>
                          <p:cTn id="257" fill="hold">
                            <p:stCondLst>
                              <p:cond delay="0"/>
                            </p:stCondLst>
                            <p:childTnLst>
                              <p:par>
                                <p:cTn id="258" nodeType="clickEffect" fill="hold" presetClass="entr" presetID="53" presetSubtype="16">
                                  <p:stCondLst>
                                    <p:cond delay="0"/>
                                  </p:stCondLst>
                                  <p:childTnLst>
                                    <p:set>
                                      <p:cBhvr>
                                        <p:cTn id="259" dur="1" fill="hold">
                                          <p:stCondLst>
                                            <p:cond delay="0"/>
                                          </p:stCondLst>
                                        </p:cTn>
                                        <p:tgtEl>
                                          <p:spTgt spid="500"/>
                                        </p:tgtEl>
                                        <p:attrNameLst>
                                          <p:attrName>style.visibility</p:attrName>
                                        </p:attrNameLst>
                                      </p:cBhvr>
                                      <p:to>
                                        <p:strVal val="visible"/>
                                      </p:to>
                                    </p:set>
                                    <p:anim calcmode="lin" valueType="num">
                                      <p:cBhvr additive="repl">
                                        <p:cTn id="260" dur="500" fill="hold"/>
                                        <p:tgtEl>
                                          <p:spTgt spid="500"/>
                                        </p:tgtEl>
                                        <p:attrNameLst>
                                          <p:attrName>ppt_w</p:attrName>
                                        </p:attrNameLst>
                                      </p:cBhvr>
                                      <p:tavLst>
                                        <p:tav tm="0">
                                          <p:val>
                                            <p:fltVal val="0"/>
                                          </p:val>
                                        </p:tav>
                                        <p:tav tm="100000">
                                          <p:val>
                                            <p:strVal val="#ppt_w"/>
                                          </p:val>
                                        </p:tav>
                                      </p:tavLst>
                                    </p:anim>
                                    <p:anim calcmode="lin" valueType="num">
                                      <p:cBhvr additive="repl">
                                        <p:cTn id="261" dur="500" fill="hold"/>
                                        <p:tgtEl>
                                          <p:spTgt spid="500"/>
                                        </p:tgtEl>
                                        <p:attrNameLst>
                                          <p:attrName>ppt_h</p:attrName>
                                        </p:attrNameLst>
                                      </p:cBhvr>
                                      <p:tavLst>
                                        <p:tav tm="0">
                                          <p:val>
                                            <p:fltVal val="0"/>
                                          </p:val>
                                        </p:tav>
                                        <p:tav tm="100000">
                                          <p:val>
                                            <p:strVal val="#ppt_h"/>
                                          </p:val>
                                        </p:tav>
                                      </p:tavLst>
                                    </p:anim>
                                    <p:animEffect filter="fade" transition="in">
                                      <p:cBhvr additive="repl">
                                        <p:cTn id="262" dur="500"/>
                                        <p:tgtEl>
                                          <p:spTgt spid="500"/>
                                        </p:tgtEl>
                                      </p:cBhvr>
                                    </p:animEffect>
                                  </p:childTnLst>
                                </p:cTn>
                              </p:par>
                            </p:childTnLst>
                          </p:cTn>
                        </p:par>
                      </p:childTnLst>
                    </p:cTn>
                  </p:par>
                  <p:par>
                    <p:cTn id="263" fill="hold">
                      <p:stCondLst>
                        <p:cond delay="indefinite"/>
                      </p:stCondLst>
                      <p:childTnLst>
                        <p:par>
                          <p:cTn id="264" fill="hold">
                            <p:stCondLst>
                              <p:cond delay="0"/>
                            </p:stCondLst>
                            <p:childTnLst>
                              <p:par>
                                <p:cTn id="265" nodeType="clickEffect" fill="hold" presetClass="entr" presetID="42">
                                  <p:stCondLst>
                                    <p:cond delay="0"/>
                                  </p:stCondLst>
                                  <p:endCondLst>
                                    <p:cond delay="0" evt="begin">
                                      <p:tn val="265"/>
                                    </p:cond>
                                  </p:endCondLst>
                                  <p:childTnLst>
                                    <p:set>
                                      <p:cBhvr>
                                        <p:cTn id="266" dur="1" fill="hold">
                                          <p:stCondLst>
                                            <p:cond delay="0"/>
                                          </p:stCondLst>
                                        </p:cTn>
                                        <p:tgtEl>
                                          <p:spTgt spid="501"/>
                                        </p:tgtEl>
                                        <p:attrNameLst>
                                          <p:attrName>style.visibility</p:attrName>
                                        </p:attrNameLst>
                                      </p:cBhvr>
                                      <p:to>
                                        <p:strVal val="visible"/>
                                      </p:to>
                                    </p:set>
                                    <p:animEffect filter="fade" transition="in">
                                      <p:cBhvr additive="repl">
                                        <p:cTn id="267" dur="1000"/>
                                        <p:tgtEl>
                                          <p:spTgt spid="501"/>
                                        </p:tgtEl>
                                      </p:cBhvr>
                                    </p:animEffect>
                                    <p:anim calcmode="lin" valueType="num">
                                      <p:cBhvr additive="repl">
                                        <p:cTn id="268" dur="1000" fill="hold"/>
                                        <p:tgtEl>
                                          <p:spTgt spid="501"/>
                                        </p:tgtEl>
                                        <p:attrNameLst>
                                          <p:attrName>ppt_x</p:attrName>
                                        </p:attrNameLst>
                                      </p:cBhvr>
                                      <p:tavLst>
                                        <p:tav tm="0">
                                          <p:val>
                                            <p:strVal val="#ppt_x"/>
                                          </p:val>
                                        </p:tav>
                                        <p:tav tm="100000">
                                          <p:val>
                                            <p:strVal val="#ppt_x"/>
                                          </p:val>
                                        </p:tav>
                                      </p:tavLst>
                                    </p:anim>
                                    <p:anim calcmode="lin" valueType="num">
                                      <p:cBhvr additive="repl">
                                        <p:cTn id="269" dur="1000" fill="hold"/>
                                        <p:tgtEl>
                                          <p:spTgt spid="501"/>
                                        </p:tgtEl>
                                        <p:attrNameLst>
                                          <p:attrName>ppt_y</p:attrName>
                                        </p:attrNameLst>
                                      </p:cBhvr>
                                      <p:tavLst>
                                        <p:tav tm="0">
                                          <p:val>
                                            <p:strVal val="#ppt_y+.1"/>
                                          </p:val>
                                        </p:tav>
                                        <p:tav tm="100000">
                                          <p:val>
                                            <p:strVal val="#ppt_y"/>
                                          </p:val>
                                        </p:tav>
                                      </p:tavLst>
                                    </p:anim>
                                  </p:childTnLst>
                                </p:cTn>
                              </p:par>
                            </p:childTnLst>
                          </p:cTn>
                        </p:par>
                      </p:childTnLst>
                    </p:cTn>
                  </p:par>
                  <p:par>
                    <p:cTn id="270" fill="hold">
                      <p:stCondLst>
                        <p:cond delay="indefinite"/>
                      </p:stCondLst>
                      <p:childTnLst>
                        <p:par>
                          <p:cTn id="271" fill="hold">
                            <p:stCondLst>
                              <p:cond delay="0"/>
                            </p:stCondLst>
                            <p:childTnLst>
                              <p:par>
                                <p:cTn id="272" nodeType="clickEffect" fill="hold" presetClass="entr" presetID="42">
                                  <p:stCondLst>
                                    <p:cond delay="0"/>
                                  </p:stCondLst>
                                  <p:endCondLst>
                                    <p:cond delay="0" evt="begin">
                                      <p:tn val="272"/>
                                    </p:cond>
                                  </p:endCondLst>
                                  <p:childTnLst>
                                    <p:set>
                                      <p:cBhvr>
                                        <p:cTn id="273" dur="1" fill="hold">
                                          <p:stCondLst>
                                            <p:cond delay="0"/>
                                          </p:stCondLst>
                                        </p:cTn>
                                        <p:tgtEl>
                                          <p:spTgt spid="502"/>
                                        </p:tgtEl>
                                        <p:attrNameLst>
                                          <p:attrName>style.visibility</p:attrName>
                                        </p:attrNameLst>
                                      </p:cBhvr>
                                      <p:to>
                                        <p:strVal val="visible"/>
                                      </p:to>
                                    </p:set>
                                    <p:animEffect filter="fade" transition="in">
                                      <p:cBhvr additive="repl">
                                        <p:cTn id="274" dur="1000"/>
                                        <p:tgtEl>
                                          <p:spTgt spid="502"/>
                                        </p:tgtEl>
                                      </p:cBhvr>
                                    </p:animEffect>
                                    <p:anim calcmode="lin" valueType="num">
                                      <p:cBhvr additive="repl">
                                        <p:cTn id="275" dur="1000" fill="hold"/>
                                        <p:tgtEl>
                                          <p:spTgt spid="502"/>
                                        </p:tgtEl>
                                        <p:attrNameLst>
                                          <p:attrName>ppt_x</p:attrName>
                                        </p:attrNameLst>
                                      </p:cBhvr>
                                      <p:tavLst>
                                        <p:tav tm="0">
                                          <p:val>
                                            <p:strVal val="#ppt_x"/>
                                          </p:val>
                                        </p:tav>
                                        <p:tav tm="100000">
                                          <p:val>
                                            <p:strVal val="#ppt_x"/>
                                          </p:val>
                                        </p:tav>
                                      </p:tavLst>
                                    </p:anim>
                                    <p:anim calcmode="lin" valueType="num">
                                      <p:cBhvr additive="repl">
                                        <p:cTn id="276" dur="1000" fill="hold"/>
                                        <p:tgtEl>
                                          <p:spTgt spid="5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4" name="Picture 6" descr=""/>
          <p:cNvPicPr/>
          <p:nvPr/>
        </p:nvPicPr>
        <p:blipFill>
          <a:blip r:embed="rId1"/>
          <a:srcRect l="0" t="96179" r="0" b="0"/>
          <a:stretch/>
        </p:blipFill>
        <p:spPr>
          <a:xfrm>
            <a:off x="676080" y="6472080"/>
            <a:ext cx="2142720" cy="192600"/>
          </a:xfrm>
          <a:prstGeom prst="rect">
            <a:avLst/>
          </a:prstGeom>
          <a:ln w="0">
            <a:noFill/>
          </a:ln>
        </p:spPr>
      </p:pic>
      <p:sp>
        <p:nvSpPr>
          <p:cNvPr id="505"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06" name="Text Placeholder 7"/>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07" name="Text Placeholder 8"/>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08" name="PlaceHolder 2"/>
          <p:cNvSpPr>
            <a:spLocks noGrp="1"/>
          </p:cNvSpPr>
          <p:nvPr>
            <p:ph/>
          </p:nvPr>
        </p:nvSpPr>
        <p:spPr>
          <a:xfrm>
            <a:off x="627120" y="1440000"/>
            <a:ext cx="8012880" cy="7282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Graph Summary</a:t>
            </a: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Highest Volatility: Chilli exhibits the highest yield volatility, exceeding a 50% Coefficient of Variation (CV).</a:t>
            </a: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Moderate to High Risk Cluster: Rice, Pulses, Groundnut, and Maize display relatively high yield unpredictability, tightly clustered between 45% and 47% CV.</a:t>
            </a: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Lowest Relative Volatility: Sugarcane, Wheat, and Cotton showcase the lowest relative yield volatility in the dataset, ranging from ~43% to 45% CV.</a:t>
            </a:r>
            <a:endParaRPr b="0" lang="en-US" sz="2000" spc="-1" strike="noStrike">
              <a:solidFill>
                <a:schemeClr val="dk1">
                  <a:lumMod val="75000"/>
                  <a:lumOff val="25000"/>
                </a:schemeClr>
              </a:solidFill>
              <a:latin typeface="Trebuchet MS"/>
            </a:endParaRPr>
          </a:p>
        </p:txBody>
      </p:sp>
    </p:spTree>
  </p:cSld>
  <mc:AlternateContent>
    <mc:Choice Requires="p14">
      <p:transition spd="slow" p14:dur="2000"/>
    </mc:Choice>
    <mc:Fallback>
      <p:transition spd="slow"/>
    </mc:Fallback>
  </mc:AlternateContent>
  <p:timing>
    <p:tnLst>
      <p:par>
        <p:cTn id="277" dur="indefinite" restart="never" nodeType="tmRoot">
          <p:childTnLst>
            <p:seq>
              <p:cTn id="278" dur="indefinite" nodeType="mainSeq">
                <p:childTnLst>
                  <p:par>
                    <p:cTn id="279" fill="hold">
                      <p:stCondLst>
                        <p:cond delay="indefinite"/>
                      </p:stCondLst>
                      <p:childTnLst>
                        <p:par>
                          <p:cTn id="280" fill="hold">
                            <p:stCondLst>
                              <p:cond delay="0"/>
                            </p:stCondLst>
                            <p:childTnLst>
                              <p:par>
                                <p:cTn id="281" nodeType="clickEffect" fill="hold" presetClass="entr" presetID="53" presetSubtype="16">
                                  <p:stCondLst>
                                    <p:cond delay="0"/>
                                  </p:stCondLst>
                                  <p:childTnLst>
                                    <p:set>
                                      <p:cBhvr>
                                        <p:cTn id="282" dur="1" fill="hold">
                                          <p:stCondLst>
                                            <p:cond delay="0"/>
                                          </p:stCondLst>
                                        </p:cTn>
                                        <p:tgtEl>
                                          <p:spTgt spid="505"/>
                                        </p:tgtEl>
                                        <p:attrNameLst>
                                          <p:attrName>style.visibility</p:attrName>
                                        </p:attrNameLst>
                                      </p:cBhvr>
                                      <p:to>
                                        <p:strVal val="visible"/>
                                      </p:to>
                                    </p:set>
                                    <p:anim calcmode="lin" valueType="num">
                                      <p:cBhvr additive="repl">
                                        <p:cTn id="283" dur="500" fill="hold"/>
                                        <p:tgtEl>
                                          <p:spTgt spid="505"/>
                                        </p:tgtEl>
                                        <p:attrNameLst>
                                          <p:attrName>ppt_w</p:attrName>
                                        </p:attrNameLst>
                                      </p:cBhvr>
                                      <p:tavLst>
                                        <p:tav tm="0">
                                          <p:val>
                                            <p:fltVal val="0"/>
                                          </p:val>
                                        </p:tav>
                                        <p:tav tm="100000">
                                          <p:val>
                                            <p:strVal val="#ppt_w"/>
                                          </p:val>
                                        </p:tav>
                                      </p:tavLst>
                                    </p:anim>
                                    <p:anim calcmode="lin" valueType="num">
                                      <p:cBhvr additive="repl">
                                        <p:cTn id="284" dur="500" fill="hold"/>
                                        <p:tgtEl>
                                          <p:spTgt spid="505"/>
                                        </p:tgtEl>
                                        <p:attrNameLst>
                                          <p:attrName>ppt_h</p:attrName>
                                        </p:attrNameLst>
                                      </p:cBhvr>
                                      <p:tavLst>
                                        <p:tav tm="0">
                                          <p:val>
                                            <p:fltVal val="0"/>
                                          </p:val>
                                        </p:tav>
                                        <p:tav tm="100000">
                                          <p:val>
                                            <p:strVal val="#ppt_h"/>
                                          </p:val>
                                        </p:tav>
                                      </p:tavLst>
                                    </p:anim>
                                    <p:animEffect filter="fade" transition="in">
                                      <p:cBhvr additive="repl">
                                        <p:cTn id="285" dur="500"/>
                                        <p:tgtEl>
                                          <p:spTgt spid="505"/>
                                        </p:tgtEl>
                                      </p:cBhvr>
                                    </p:animEffect>
                                  </p:childTnLst>
                                </p:cTn>
                              </p:par>
                            </p:childTnLst>
                          </p:cTn>
                        </p:par>
                      </p:childTnLst>
                    </p:cTn>
                  </p:par>
                  <p:par>
                    <p:cTn id="286" fill="hold">
                      <p:stCondLst>
                        <p:cond delay="indefinite"/>
                      </p:stCondLst>
                      <p:childTnLst>
                        <p:par>
                          <p:cTn id="287" fill="hold">
                            <p:stCondLst>
                              <p:cond delay="0"/>
                            </p:stCondLst>
                            <p:childTnLst>
                              <p:par>
                                <p:cTn id="288" nodeType="clickEffect" fill="hold" presetClass="entr" presetID="42">
                                  <p:stCondLst>
                                    <p:cond delay="0"/>
                                  </p:stCondLst>
                                  <p:endCondLst>
                                    <p:cond delay="0" evt="begin">
                                      <p:tn val="288"/>
                                    </p:cond>
                                  </p:endCondLst>
                                  <p:childTnLst>
                                    <p:set>
                                      <p:cBhvr>
                                        <p:cTn id="289" dur="1" fill="hold">
                                          <p:stCondLst>
                                            <p:cond delay="0"/>
                                          </p:stCondLst>
                                        </p:cTn>
                                        <p:tgtEl>
                                          <p:spTgt spid="506"/>
                                        </p:tgtEl>
                                        <p:attrNameLst>
                                          <p:attrName>style.visibility</p:attrName>
                                        </p:attrNameLst>
                                      </p:cBhvr>
                                      <p:to>
                                        <p:strVal val="visible"/>
                                      </p:to>
                                    </p:set>
                                    <p:animEffect filter="fade" transition="in">
                                      <p:cBhvr additive="repl">
                                        <p:cTn id="290" dur="1000"/>
                                        <p:tgtEl>
                                          <p:spTgt spid="506"/>
                                        </p:tgtEl>
                                      </p:cBhvr>
                                    </p:animEffect>
                                    <p:anim calcmode="lin" valueType="num">
                                      <p:cBhvr additive="repl">
                                        <p:cTn id="291" dur="1000" fill="hold"/>
                                        <p:tgtEl>
                                          <p:spTgt spid="506"/>
                                        </p:tgtEl>
                                        <p:attrNameLst>
                                          <p:attrName>ppt_x</p:attrName>
                                        </p:attrNameLst>
                                      </p:cBhvr>
                                      <p:tavLst>
                                        <p:tav tm="0">
                                          <p:val>
                                            <p:strVal val="#ppt_x"/>
                                          </p:val>
                                        </p:tav>
                                        <p:tav tm="100000">
                                          <p:val>
                                            <p:strVal val="#ppt_x"/>
                                          </p:val>
                                        </p:tav>
                                      </p:tavLst>
                                    </p:anim>
                                    <p:anim calcmode="lin" valueType="num">
                                      <p:cBhvr additive="repl">
                                        <p:cTn id="292" dur="1000" fill="hold"/>
                                        <p:tgtEl>
                                          <p:spTgt spid="506"/>
                                        </p:tgtEl>
                                        <p:attrNameLst>
                                          <p:attrName>ppt_y</p:attrName>
                                        </p:attrNameLst>
                                      </p:cBhvr>
                                      <p:tavLst>
                                        <p:tav tm="0">
                                          <p:val>
                                            <p:strVal val="#ppt_y+.1"/>
                                          </p:val>
                                        </p:tav>
                                        <p:tav tm="100000">
                                          <p:val>
                                            <p:strVal val="#ppt_y"/>
                                          </p:val>
                                        </p:tav>
                                      </p:tavLst>
                                    </p:anim>
                                  </p:childTnLst>
                                </p:cTn>
                              </p:par>
                            </p:childTnLst>
                          </p:cTn>
                        </p:par>
                      </p:childTnLst>
                    </p:cTn>
                  </p:par>
                  <p:par>
                    <p:cTn id="293" fill="hold">
                      <p:stCondLst>
                        <p:cond delay="indefinite"/>
                      </p:stCondLst>
                      <p:childTnLst>
                        <p:par>
                          <p:cTn id="294" fill="hold">
                            <p:stCondLst>
                              <p:cond delay="0"/>
                            </p:stCondLst>
                            <p:childTnLst>
                              <p:par>
                                <p:cTn id="295" nodeType="clickEffect" fill="hold" presetClass="entr" presetID="42">
                                  <p:stCondLst>
                                    <p:cond delay="0"/>
                                  </p:stCondLst>
                                  <p:endCondLst>
                                    <p:cond delay="0" evt="begin">
                                      <p:tn val="295"/>
                                    </p:cond>
                                  </p:endCondLst>
                                  <p:childTnLst>
                                    <p:set>
                                      <p:cBhvr>
                                        <p:cTn id="296" dur="1" fill="hold">
                                          <p:stCondLst>
                                            <p:cond delay="0"/>
                                          </p:stCondLst>
                                        </p:cTn>
                                        <p:tgtEl>
                                          <p:spTgt spid="507"/>
                                        </p:tgtEl>
                                        <p:attrNameLst>
                                          <p:attrName>style.visibility</p:attrName>
                                        </p:attrNameLst>
                                      </p:cBhvr>
                                      <p:to>
                                        <p:strVal val="visible"/>
                                      </p:to>
                                    </p:set>
                                    <p:animEffect filter="fade" transition="in">
                                      <p:cBhvr additive="repl">
                                        <p:cTn id="297" dur="1000"/>
                                        <p:tgtEl>
                                          <p:spTgt spid="507"/>
                                        </p:tgtEl>
                                      </p:cBhvr>
                                    </p:animEffect>
                                    <p:anim calcmode="lin" valueType="num">
                                      <p:cBhvr additive="repl">
                                        <p:cTn id="298" dur="1000" fill="hold"/>
                                        <p:tgtEl>
                                          <p:spTgt spid="507"/>
                                        </p:tgtEl>
                                        <p:attrNameLst>
                                          <p:attrName>ppt_x</p:attrName>
                                        </p:attrNameLst>
                                      </p:cBhvr>
                                      <p:tavLst>
                                        <p:tav tm="0">
                                          <p:val>
                                            <p:strVal val="#ppt_x"/>
                                          </p:val>
                                        </p:tav>
                                        <p:tav tm="100000">
                                          <p:val>
                                            <p:strVal val="#ppt_x"/>
                                          </p:val>
                                        </p:tav>
                                      </p:tavLst>
                                    </p:anim>
                                    <p:anim calcmode="lin" valueType="num">
                                      <p:cBhvr additive="repl">
                                        <p:cTn id="299" dur="1000" fill="hold"/>
                                        <p:tgtEl>
                                          <p:spTgt spid="5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9" name="Picture 7" descr=""/>
          <p:cNvPicPr/>
          <p:nvPr/>
        </p:nvPicPr>
        <p:blipFill>
          <a:blip r:embed="rId1"/>
          <a:srcRect l="0" t="96179" r="0" b="0"/>
          <a:stretch/>
        </p:blipFill>
        <p:spPr>
          <a:xfrm>
            <a:off x="676080" y="6472080"/>
            <a:ext cx="2142720" cy="192600"/>
          </a:xfrm>
          <a:prstGeom prst="rect">
            <a:avLst/>
          </a:prstGeom>
          <a:ln w="0">
            <a:noFill/>
          </a:ln>
        </p:spPr>
      </p:pic>
      <p:sp>
        <p:nvSpPr>
          <p:cNvPr id="510" name="PlaceHolder 1"/>
          <p:cNvSpPr>
            <a:spLocks noGrp="1"/>
          </p:cNvSpPr>
          <p:nvPr>
            <p:ph type="title"/>
          </p:nvPr>
        </p:nvSpPr>
        <p:spPr>
          <a:xfrm>
            <a:off x="676080" y="370440"/>
            <a:ext cx="2981160" cy="830520"/>
          </a:xfrm>
          <a:prstGeom prst="rect">
            <a:avLst/>
          </a:prstGeom>
          <a:noFill/>
          <a:ln w="0">
            <a:noFill/>
          </a:ln>
        </p:spPr>
        <p:txBody>
          <a:bodyPr lIns="91440" rIns="91440" tIns="45720" bIns="45720" anchor="t">
            <a:normAutofit/>
          </a:bodyPr>
          <a:p>
            <a:pPr indent="0" defTabSz="457200">
              <a:lnSpc>
                <a:spcPct val="100000"/>
              </a:lnSpc>
              <a:buNone/>
            </a:pPr>
            <a:r>
              <a:rPr b="1" lang="en-GB" sz="4800" spc="-1" strike="noStrike">
                <a:solidFill>
                  <a:schemeClr val="dk1"/>
                </a:solidFill>
                <a:latin typeface="Trebuchet MS"/>
              </a:rPr>
              <a:t>RESULTS </a:t>
            </a:r>
            <a:endParaRPr b="0" lang="en-US" sz="4800" spc="-1" strike="noStrike">
              <a:solidFill>
                <a:schemeClr val="dk1"/>
              </a:solidFill>
              <a:latin typeface="Trebuchet MS"/>
            </a:endParaRPr>
          </a:p>
        </p:txBody>
      </p:sp>
      <p:sp>
        <p:nvSpPr>
          <p:cNvPr id="511" name="Text Placeholder 1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12" name="Text Placeholder 12"/>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513" name="PlaceHolder 2"/>
          <p:cNvSpPr>
            <a:spLocks noGrp="1"/>
          </p:cNvSpPr>
          <p:nvPr>
            <p:ph/>
          </p:nvPr>
        </p:nvSpPr>
        <p:spPr>
          <a:xfrm>
            <a:off x="627120" y="1440000"/>
            <a:ext cx="8012880" cy="7282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Code Summary</a:t>
            </a: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Risk Metrics Calculation: Groups the dataset by Crop and calculates mean yield, standard deviation of yield, raw count of loss-making instances (Profit_INR &lt; 0), and the loss rate percentage (Loss_Rate_Pct).</a:t>
            </a: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Feature Engineering: Computes the Coefficient of Variation (Yield_CV_% = (Std_Dev / Mean) * 100) to evaluate relative yield unpredictability independent of crop scale.</a:t>
            </a: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endParaRPr b="0" lang="en-US" sz="2000" spc="-1" strike="noStrike">
              <a:solidFill>
                <a:schemeClr val="dk1">
                  <a:lumMod val="75000"/>
                  <a:lumOff val="25000"/>
                </a:schemeClr>
              </a:solidFill>
              <a:latin typeface="Trebuchet MS"/>
            </a:endParaRPr>
          </a:p>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Sorting &amp; Plotting: Drops standard deviation, rounds figures to two decimal places, sorts crops by descending Yield_CV_%, and generates a Seaborn bar chart with a reversed red color palette (Reds_r) to emphasize risk gradient.</a:t>
            </a:r>
            <a:endParaRPr b="0" lang="en-US" sz="2000" spc="-1" strike="noStrike">
              <a:solidFill>
                <a:schemeClr val="dk1">
                  <a:lumMod val="75000"/>
                  <a:lumOff val="25000"/>
                </a:schemeClr>
              </a:solidFill>
              <a:latin typeface="Trebuchet MS"/>
            </a:endParaRPr>
          </a:p>
        </p:txBody>
      </p:sp>
    </p:spTree>
  </p:cSld>
  <mc:AlternateContent>
    <mc:Choice Requires="p14">
      <p:transition spd="slow" p14:dur="2000"/>
    </mc:Choice>
    <mc:Fallback>
      <p:transition spd="slow"/>
    </mc:Fallback>
  </mc:AlternateContent>
  <p:timing>
    <p:tnLst>
      <p:par>
        <p:cTn id="300" dur="indefinite" restart="never" nodeType="tmRoot">
          <p:childTnLst>
            <p:seq>
              <p:cTn id="301" dur="indefinite" nodeType="mainSeq">
                <p:childTnLst>
                  <p:par>
                    <p:cTn id="302" fill="hold">
                      <p:stCondLst>
                        <p:cond delay="indefinite"/>
                      </p:stCondLst>
                      <p:childTnLst>
                        <p:par>
                          <p:cTn id="303" fill="hold">
                            <p:stCondLst>
                              <p:cond delay="0"/>
                            </p:stCondLst>
                            <p:childTnLst>
                              <p:par>
                                <p:cTn id="304" nodeType="clickEffect" fill="hold" presetClass="entr" presetID="53" presetSubtype="16">
                                  <p:stCondLst>
                                    <p:cond delay="0"/>
                                  </p:stCondLst>
                                  <p:childTnLst>
                                    <p:set>
                                      <p:cBhvr>
                                        <p:cTn id="305" dur="1" fill="hold">
                                          <p:stCondLst>
                                            <p:cond delay="0"/>
                                          </p:stCondLst>
                                        </p:cTn>
                                        <p:tgtEl>
                                          <p:spTgt spid="510"/>
                                        </p:tgtEl>
                                        <p:attrNameLst>
                                          <p:attrName>style.visibility</p:attrName>
                                        </p:attrNameLst>
                                      </p:cBhvr>
                                      <p:to>
                                        <p:strVal val="visible"/>
                                      </p:to>
                                    </p:set>
                                    <p:anim calcmode="lin" valueType="num">
                                      <p:cBhvr additive="repl">
                                        <p:cTn id="306" dur="500" fill="hold"/>
                                        <p:tgtEl>
                                          <p:spTgt spid="510"/>
                                        </p:tgtEl>
                                        <p:attrNameLst>
                                          <p:attrName>ppt_w</p:attrName>
                                        </p:attrNameLst>
                                      </p:cBhvr>
                                      <p:tavLst>
                                        <p:tav tm="0">
                                          <p:val>
                                            <p:fltVal val="0"/>
                                          </p:val>
                                        </p:tav>
                                        <p:tav tm="100000">
                                          <p:val>
                                            <p:strVal val="#ppt_w"/>
                                          </p:val>
                                        </p:tav>
                                      </p:tavLst>
                                    </p:anim>
                                    <p:anim calcmode="lin" valueType="num">
                                      <p:cBhvr additive="repl">
                                        <p:cTn id="307" dur="500" fill="hold"/>
                                        <p:tgtEl>
                                          <p:spTgt spid="510"/>
                                        </p:tgtEl>
                                        <p:attrNameLst>
                                          <p:attrName>ppt_h</p:attrName>
                                        </p:attrNameLst>
                                      </p:cBhvr>
                                      <p:tavLst>
                                        <p:tav tm="0">
                                          <p:val>
                                            <p:fltVal val="0"/>
                                          </p:val>
                                        </p:tav>
                                        <p:tav tm="100000">
                                          <p:val>
                                            <p:strVal val="#ppt_h"/>
                                          </p:val>
                                        </p:tav>
                                      </p:tavLst>
                                    </p:anim>
                                    <p:animEffect filter="fade" transition="in">
                                      <p:cBhvr additive="repl">
                                        <p:cTn id="308" dur="500"/>
                                        <p:tgtEl>
                                          <p:spTgt spid="510"/>
                                        </p:tgtEl>
                                      </p:cBhvr>
                                    </p:animEffect>
                                  </p:childTnLst>
                                </p:cTn>
                              </p:par>
                            </p:childTnLst>
                          </p:cTn>
                        </p:par>
                      </p:childTnLst>
                    </p:cTn>
                  </p:par>
                  <p:par>
                    <p:cTn id="309" fill="hold">
                      <p:stCondLst>
                        <p:cond delay="indefinite"/>
                      </p:stCondLst>
                      <p:childTnLst>
                        <p:par>
                          <p:cTn id="310" fill="hold">
                            <p:stCondLst>
                              <p:cond delay="0"/>
                            </p:stCondLst>
                            <p:childTnLst>
                              <p:par>
                                <p:cTn id="311" nodeType="clickEffect" fill="hold" presetClass="entr" presetID="42">
                                  <p:stCondLst>
                                    <p:cond delay="0"/>
                                  </p:stCondLst>
                                  <p:endCondLst>
                                    <p:cond delay="0" evt="begin">
                                      <p:tn val="311"/>
                                    </p:cond>
                                  </p:endCondLst>
                                  <p:childTnLst>
                                    <p:set>
                                      <p:cBhvr>
                                        <p:cTn id="312" dur="1" fill="hold">
                                          <p:stCondLst>
                                            <p:cond delay="0"/>
                                          </p:stCondLst>
                                        </p:cTn>
                                        <p:tgtEl>
                                          <p:spTgt spid="511"/>
                                        </p:tgtEl>
                                        <p:attrNameLst>
                                          <p:attrName>style.visibility</p:attrName>
                                        </p:attrNameLst>
                                      </p:cBhvr>
                                      <p:to>
                                        <p:strVal val="visible"/>
                                      </p:to>
                                    </p:set>
                                    <p:animEffect filter="fade" transition="in">
                                      <p:cBhvr additive="repl">
                                        <p:cTn id="313" dur="1000"/>
                                        <p:tgtEl>
                                          <p:spTgt spid="511"/>
                                        </p:tgtEl>
                                      </p:cBhvr>
                                    </p:animEffect>
                                    <p:anim calcmode="lin" valueType="num">
                                      <p:cBhvr additive="repl">
                                        <p:cTn id="314" dur="1000" fill="hold"/>
                                        <p:tgtEl>
                                          <p:spTgt spid="511"/>
                                        </p:tgtEl>
                                        <p:attrNameLst>
                                          <p:attrName>ppt_x</p:attrName>
                                        </p:attrNameLst>
                                      </p:cBhvr>
                                      <p:tavLst>
                                        <p:tav tm="0">
                                          <p:val>
                                            <p:strVal val="#ppt_x"/>
                                          </p:val>
                                        </p:tav>
                                        <p:tav tm="100000">
                                          <p:val>
                                            <p:strVal val="#ppt_x"/>
                                          </p:val>
                                        </p:tav>
                                      </p:tavLst>
                                    </p:anim>
                                    <p:anim calcmode="lin" valueType="num">
                                      <p:cBhvr additive="repl">
                                        <p:cTn id="315" dur="1000" fill="hold"/>
                                        <p:tgtEl>
                                          <p:spTgt spid="511"/>
                                        </p:tgtEl>
                                        <p:attrNameLst>
                                          <p:attrName>ppt_y</p:attrName>
                                        </p:attrNameLst>
                                      </p:cBhvr>
                                      <p:tavLst>
                                        <p:tav tm="0">
                                          <p:val>
                                            <p:strVal val="#ppt_y+.1"/>
                                          </p:val>
                                        </p:tav>
                                        <p:tav tm="100000">
                                          <p:val>
                                            <p:strVal val="#ppt_y"/>
                                          </p:val>
                                        </p:tav>
                                      </p:tavLst>
                                    </p:anim>
                                  </p:childTnLst>
                                </p:cTn>
                              </p:par>
                            </p:childTnLst>
                          </p:cTn>
                        </p:par>
                      </p:childTnLst>
                    </p:cTn>
                  </p:par>
                  <p:par>
                    <p:cTn id="316" fill="hold">
                      <p:stCondLst>
                        <p:cond delay="indefinite"/>
                      </p:stCondLst>
                      <p:childTnLst>
                        <p:par>
                          <p:cTn id="317" fill="hold">
                            <p:stCondLst>
                              <p:cond delay="0"/>
                            </p:stCondLst>
                            <p:childTnLst>
                              <p:par>
                                <p:cTn id="318" nodeType="clickEffect" fill="hold" presetClass="entr" presetID="42">
                                  <p:stCondLst>
                                    <p:cond delay="0"/>
                                  </p:stCondLst>
                                  <p:endCondLst>
                                    <p:cond delay="0" evt="begin">
                                      <p:tn val="318"/>
                                    </p:cond>
                                  </p:endCondLst>
                                  <p:childTnLst>
                                    <p:set>
                                      <p:cBhvr>
                                        <p:cTn id="319" dur="1" fill="hold">
                                          <p:stCondLst>
                                            <p:cond delay="0"/>
                                          </p:stCondLst>
                                        </p:cTn>
                                        <p:tgtEl>
                                          <p:spTgt spid="512"/>
                                        </p:tgtEl>
                                        <p:attrNameLst>
                                          <p:attrName>style.visibility</p:attrName>
                                        </p:attrNameLst>
                                      </p:cBhvr>
                                      <p:to>
                                        <p:strVal val="visible"/>
                                      </p:to>
                                    </p:set>
                                    <p:animEffect filter="fade" transition="in">
                                      <p:cBhvr additive="repl">
                                        <p:cTn id="320" dur="1000"/>
                                        <p:tgtEl>
                                          <p:spTgt spid="512"/>
                                        </p:tgtEl>
                                      </p:cBhvr>
                                    </p:animEffect>
                                    <p:anim calcmode="lin" valueType="num">
                                      <p:cBhvr additive="repl">
                                        <p:cTn id="321" dur="1000" fill="hold"/>
                                        <p:tgtEl>
                                          <p:spTgt spid="512"/>
                                        </p:tgtEl>
                                        <p:attrNameLst>
                                          <p:attrName>ppt_x</p:attrName>
                                        </p:attrNameLst>
                                      </p:cBhvr>
                                      <p:tavLst>
                                        <p:tav tm="0">
                                          <p:val>
                                            <p:strVal val="#ppt_x"/>
                                          </p:val>
                                        </p:tav>
                                        <p:tav tm="100000">
                                          <p:val>
                                            <p:strVal val="#ppt_x"/>
                                          </p:val>
                                        </p:tav>
                                      </p:tavLst>
                                    </p:anim>
                                    <p:anim calcmode="lin" valueType="num">
                                      <p:cBhvr additive="repl">
                                        <p:cTn id="322" dur="1000" fill="hold"/>
                                        <p:tgtEl>
                                          <p:spTgt spid="5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4" name="Picture 4" descr=""/>
          <p:cNvPicPr/>
          <p:nvPr/>
        </p:nvPicPr>
        <p:blipFill>
          <a:blip r:embed="rId1"/>
          <a:srcRect l="0" t="96179" r="0" b="0"/>
          <a:stretch/>
        </p:blipFill>
        <p:spPr>
          <a:xfrm>
            <a:off x="676080" y="6472080"/>
            <a:ext cx="2142720" cy="192600"/>
          </a:xfrm>
          <a:prstGeom prst="rect">
            <a:avLst/>
          </a:prstGeom>
          <a:ln w="0">
            <a:noFill/>
          </a:ln>
        </p:spPr>
      </p:pic>
      <p:sp>
        <p:nvSpPr>
          <p:cNvPr id="515" name="PlaceHolder 1"/>
          <p:cNvSpPr>
            <a:spLocks noGrp="1"/>
          </p:cNvSpPr>
          <p:nvPr>
            <p:ph type="title"/>
          </p:nvPr>
        </p:nvSpPr>
        <p:spPr>
          <a:xfrm>
            <a:off x="676080" y="370440"/>
            <a:ext cx="4735440" cy="830520"/>
          </a:xfrm>
          <a:prstGeom prst="rect">
            <a:avLst/>
          </a:prstGeom>
          <a:noFill/>
          <a:ln w="0">
            <a:noFill/>
          </a:ln>
        </p:spPr>
        <p:txBody>
          <a:bodyPr lIns="91440" rIns="91440" tIns="45720" bIns="45720" anchor="t">
            <a:normAutofit/>
          </a:bodyPr>
          <a:p>
            <a:pPr indent="0" defTabSz="457200">
              <a:lnSpc>
                <a:spcPct val="100000"/>
              </a:lnSpc>
              <a:buNone/>
            </a:pPr>
            <a:r>
              <a:rPr b="1" lang="en-IN" sz="4000" spc="-1" strike="noStrike">
                <a:solidFill>
                  <a:schemeClr val="dk1"/>
                </a:solidFill>
                <a:latin typeface="Trebuchet MS"/>
              </a:rPr>
              <a:t>Future scope</a:t>
            </a:r>
            <a:endParaRPr b="0" lang="en-US" sz="4000" spc="-1" strike="noStrike">
              <a:solidFill>
                <a:schemeClr val="dk1"/>
              </a:solidFill>
              <a:latin typeface="Trebuchet MS"/>
            </a:endParaRPr>
          </a:p>
        </p:txBody>
      </p:sp>
      <p:sp>
        <p:nvSpPr>
          <p:cNvPr id="516"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7"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8" name=""/>
          <p:cNvSpPr txBox="1"/>
          <p:nvPr/>
        </p:nvSpPr>
        <p:spPr>
          <a:xfrm>
            <a:off x="550440" y="1246680"/>
            <a:ext cx="8863920" cy="5121000"/>
          </a:xfrm>
          <a:prstGeom prst="rect">
            <a:avLst/>
          </a:prstGeom>
          <a:noFill/>
          <a:ln w="0">
            <a:noFill/>
          </a:ln>
        </p:spPr>
        <p:txBody>
          <a:bodyPr lIns="90000" rIns="90000" tIns="45000" bIns="45000" anchor="t">
            <a:noAutofit/>
          </a:bodyPr>
          <a:p>
            <a:r>
              <a:rPr b="0" lang="en-US" sz="2000" spc="-1" strike="noStrike">
                <a:solidFill>
                  <a:schemeClr val="dk1">
                    <a:lumMod val="75000"/>
                    <a:lumOff val="25000"/>
                  </a:schemeClr>
                </a:solidFill>
                <a:latin typeface="Trebuchet MS"/>
              </a:rPr>
              <a:t>Building upon the foundational analysis of seasonal agricultural performance, future investigations could delve deeper into several critical areas. Firstly, integrating external datasets such as granular climate projections and real-time market prices would enable more dynamic predictive modeling for optimal crop selection and yield forecasting. Secondly, a more detailed spatial analysis, perhaps down to the sub-district or village level, could uncover localized micro-climates and soil conditions that significantly impact agricultural outcomes, allowing for hyper-targeted recommendations. </a:t>
            </a:r>
            <a:endParaRPr b="0" lang="en-IN" sz="2000" spc="-1" strike="noStrike">
              <a:solidFill>
                <a:srgbClr val="000000"/>
              </a:solidFill>
              <a:latin typeface="Arial"/>
            </a:endParaRPr>
          </a:p>
          <a:p>
            <a:endParaRPr b="0" lang="en-IN" sz="2000" spc="-1" strike="noStrike">
              <a:solidFill>
                <a:srgbClr val="000000"/>
              </a:solidFill>
              <a:latin typeface="Arial"/>
            </a:endParaRPr>
          </a:p>
          <a:p>
            <a:r>
              <a:rPr b="0" lang="en-US" sz="2000" spc="-1" strike="noStrike">
                <a:solidFill>
                  <a:schemeClr val="dk1">
                    <a:lumMod val="75000"/>
                    <a:lumOff val="25000"/>
                  </a:schemeClr>
                </a:solidFill>
                <a:latin typeface="Trebuchet MS"/>
              </a:rPr>
              <a:t>Furthermore, exploring the socio-economic factors influencing farmers' decisions, such as access to credit, education levels, and government schemes, could provide a holistic understanding of profitability drivers beyond environmental and operational variables. Finally, the development of interactive dashboards would empower stakeholders to explore these complex relationships and simulate various scenarios for improved decision-making and policy formulation.</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23" dur="indefinite" restart="never" nodeType="tmRoot">
          <p:childTnLst>
            <p:seq>
              <p:cTn id="324" dur="indefinite" nodeType="mainSeq">
                <p:childTnLst>
                  <p:par>
                    <p:cTn id="325" fill="hold">
                      <p:stCondLst>
                        <p:cond delay="indefinite"/>
                      </p:stCondLst>
                      <p:childTnLst>
                        <p:par>
                          <p:cTn id="326" fill="hold">
                            <p:stCondLst>
                              <p:cond delay="0"/>
                            </p:stCondLst>
                            <p:childTnLst>
                              <p:par>
                                <p:cTn id="327" nodeType="clickEffect" fill="hold" presetClass="entr" presetID="53" presetSubtype="16">
                                  <p:stCondLst>
                                    <p:cond delay="0"/>
                                  </p:stCondLst>
                                  <p:childTnLst>
                                    <p:set>
                                      <p:cBhvr>
                                        <p:cTn id="328" dur="1" fill="hold">
                                          <p:stCondLst>
                                            <p:cond delay="0"/>
                                          </p:stCondLst>
                                        </p:cTn>
                                        <p:tgtEl>
                                          <p:spTgt spid="515"/>
                                        </p:tgtEl>
                                        <p:attrNameLst>
                                          <p:attrName>style.visibility</p:attrName>
                                        </p:attrNameLst>
                                      </p:cBhvr>
                                      <p:to>
                                        <p:strVal val="visible"/>
                                      </p:to>
                                    </p:set>
                                    <p:anim calcmode="lin" valueType="num">
                                      <p:cBhvr additive="repl">
                                        <p:cTn id="329" dur="500" fill="hold"/>
                                        <p:tgtEl>
                                          <p:spTgt spid="515"/>
                                        </p:tgtEl>
                                        <p:attrNameLst>
                                          <p:attrName>ppt_w</p:attrName>
                                        </p:attrNameLst>
                                      </p:cBhvr>
                                      <p:tavLst>
                                        <p:tav tm="0">
                                          <p:val>
                                            <p:fltVal val="0"/>
                                          </p:val>
                                        </p:tav>
                                        <p:tav tm="100000">
                                          <p:val>
                                            <p:strVal val="#ppt_w"/>
                                          </p:val>
                                        </p:tav>
                                      </p:tavLst>
                                    </p:anim>
                                    <p:anim calcmode="lin" valueType="num">
                                      <p:cBhvr additive="repl">
                                        <p:cTn id="330" dur="500" fill="hold"/>
                                        <p:tgtEl>
                                          <p:spTgt spid="515"/>
                                        </p:tgtEl>
                                        <p:attrNameLst>
                                          <p:attrName>ppt_h</p:attrName>
                                        </p:attrNameLst>
                                      </p:cBhvr>
                                      <p:tavLst>
                                        <p:tav tm="0">
                                          <p:val>
                                            <p:fltVal val="0"/>
                                          </p:val>
                                        </p:tav>
                                        <p:tav tm="100000">
                                          <p:val>
                                            <p:strVal val="#ppt_h"/>
                                          </p:val>
                                        </p:tav>
                                      </p:tavLst>
                                    </p:anim>
                                    <p:animEffect filter="fade" transition="in">
                                      <p:cBhvr additive="repl">
                                        <p:cTn id="331" dur="500"/>
                                        <p:tgtEl>
                                          <p:spTgt spid="515"/>
                                        </p:tgtEl>
                                      </p:cBhvr>
                                    </p:animEffect>
                                  </p:childTnLst>
                                </p:cTn>
                              </p:par>
                            </p:childTnLst>
                          </p:cTn>
                        </p:par>
                      </p:childTnLst>
                    </p:cTn>
                  </p:par>
                  <p:par>
                    <p:cTn id="332" fill="hold">
                      <p:stCondLst>
                        <p:cond delay="indefinite"/>
                      </p:stCondLst>
                      <p:childTnLst>
                        <p:par>
                          <p:cTn id="333" fill="hold">
                            <p:stCondLst>
                              <p:cond delay="0"/>
                            </p:stCondLst>
                            <p:childTnLst>
                              <p:par>
                                <p:cTn id="334" nodeType="clickEffect" fill="hold" presetClass="entr" presetID="42">
                                  <p:stCondLst>
                                    <p:cond delay="0"/>
                                  </p:stCondLst>
                                  <p:endCondLst>
                                    <p:cond delay="0" evt="begin">
                                      <p:tn val="334"/>
                                    </p:cond>
                                  </p:endCondLst>
                                  <p:childTnLst>
                                    <p:set>
                                      <p:cBhvr>
                                        <p:cTn id="335" dur="1" fill="hold">
                                          <p:stCondLst>
                                            <p:cond delay="0"/>
                                          </p:stCondLst>
                                        </p:cTn>
                                        <p:tgtEl>
                                          <p:spTgt spid="516"/>
                                        </p:tgtEl>
                                        <p:attrNameLst>
                                          <p:attrName>style.visibility</p:attrName>
                                        </p:attrNameLst>
                                      </p:cBhvr>
                                      <p:to>
                                        <p:strVal val="visible"/>
                                      </p:to>
                                    </p:set>
                                    <p:animEffect filter="fade" transition="in">
                                      <p:cBhvr additive="repl">
                                        <p:cTn id="336" dur="1000"/>
                                        <p:tgtEl>
                                          <p:spTgt spid="516"/>
                                        </p:tgtEl>
                                      </p:cBhvr>
                                    </p:animEffect>
                                    <p:anim calcmode="lin" valueType="num">
                                      <p:cBhvr additive="repl">
                                        <p:cTn id="337" dur="1000" fill="hold"/>
                                        <p:tgtEl>
                                          <p:spTgt spid="516"/>
                                        </p:tgtEl>
                                        <p:attrNameLst>
                                          <p:attrName>ppt_x</p:attrName>
                                        </p:attrNameLst>
                                      </p:cBhvr>
                                      <p:tavLst>
                                        <p:tav tm="0">
                                          <p:val>
                                            <p:strVal val="#ppt_x"/>
                                          </p:val>
                                        </p:tav>
                                        <p:tav tm="100000">
                                          <p:val>
                                            <p:strVal val="#ppt_x"/>
                                          </p:val>
                                        </p:tav>
                                      </p:tavLst>
                                    </p:anim>
                                    <p:anim calcmode="lin" valueType="num">
                                      <p:cBhvr additive="repl">
                                        <p:cTn id="338" dur="1000" fill="hold"/>
                                        <p:tgtEl>
                                          <p:spTgt spid="516"/>
                                        </p:tgtEl>
                                        <p:attrNameLst>
                                          <p:attrName>ppt_y</p:attrName>
                                        </p:attrNameLst>
                                      </p:cBhvr>
                                      <p:tavLst>
                                        <p:tav tm="0">
                                          <p:val>
                                            <p:strVal val="#ppt_y+.1"/>
                                          </p:val>
                                        </p:tav>
                                        <p:tav tm="100000">
                                          <p:val>
                                            <p:strVal val="#ppt_y"/>
                                          </p:val>
                                        </p:tav>
                                      </p:tavLst>
                                    </p:anim>
                                  </p:childTnLst>
                                </p:cTn>
                              </p:par>
                            </p:childTnLst>
                          </p:cTn>
                        </p:par>
                      </p:childTnLst>
                    </p:cTn>
                  </p:par>
                  <p:par>
                    <p:cTn id="339" fill="hold">
                      <p:stCondLst>
                        <p:cond delay="indefinite"/>
                      </p:stCondLst>
                      <p:childTnLst>
                        <p:par>
                          <p:cTn id="340" fill="hold">
                            <p:stCondLst>
                              <p:cond delay="0"/>
                            </p:stCondLst>
                            <p:childTnLst>
                              <p:par>
                                <p:cTn id="341" nodeType="clickEffect" fill="hold" presetClass="entr" presetID="42">
                                  <p:stCondLst>
                                    <p:cond delay="0"/>
                                  </p:stCondLst>
                                  <p:endCondLst>
                                    <p:cond delay="0" evt="begin">
                                      <p:tn val="341"/>
                                    </p:cond>
                                  </p:endCondLst>
                                  <p:childTnLst>
                                    <p:set>
                                      <p:cBhvr>
                                        <p:cTn id="342" dur="1" fill="hold">
                                          <p:stCondLst>
                                            <p:cond delay="0"/>
                                          </p:stCondLst>
                                        </p:cTn>
                                        <p:tgtEl>
                                          <p:spTgt spid="517"/>
                                        </p:tgtEl>
                                        <p:attrNameLst>
                                          <p:attrName>style.visibility</p:attrName>
                                        </p:attrNameLst>
                                      </p:cBhvr>
                                      <p:to>
                                        <p:strVal val="visible"/>
                                      </p:to>
                                    </p:set>
                                    <p:animEffect filter="fade" transition="in">
                                      <p:cBhvr additive="repl">
                                        <p:cTn id="343" dur="1000"/>
                                        <p:tgtEl>
                                          <p:spTgt spid="517"/>
                                        </p:tgtEl>
                                      </p:cBhvr>
                                    </p:animEffect>
                                    <p:anim calcmode="lin" valueType="num">
                                      <p:cBhvr additive="repl">
                                        <p:cTn id="344" dur="1000" fill="hold"/>
                                        <p:tgtEl>
                                          <p:spTgt spid="517"/>
                                        </p:tgtEl>
                                        <p:attrNameLst>
                                          <p:attrName>ppt_x</p:attrName>
                                        </p:attrNameLst>
                                      </p:cBhvr>
                                      <p:tavLst>
                                        <p:tav tm="0">
                                          <p:val>
                                            <p:strVal val="#ppt_x"/>
                                          </p:val>
                                        </p:tav>
                                        <p:tav tm="100000">
                                          <p:val>
                                            <p:strVal val="#ppt_x"/>
                                          </p:val>
                                        </p:tav>
                                      </p:tavLst>
                                    </p:anim>
                                    <p:anim calcmode="lin" valueType="num">
                                      <p:cBhvr additive="repl">
                                        <p:cTn id="345" dur="1000" fill="hold"/>
                                        <p:tgtEl>
                                          <p:spTgt spid="5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9" name="Picture 4" descr=""/>
          <p:cNvPicPr/>
          <p:nvPr/>
        </p:nvPicPr>
        <p:blipFill>
          <a:blip r:embed="rId1"/>
          <a:srcRect l="0" t="96179" r="0" b="0"/>
          <a:stretch/>
        </p:blipFill>
        <p:spPr>
          <a:xfrm>
            <a:off x="676080" y="6472080"/>
            <a:ext cx="2142720" cy="192600"/>
          </a:xfrm>
          <a:prstGeom prst="rect">
            <a:avLst/>
          </a:prstGeom>
          <a:ln w="0">
            <a:noFill/>
          </a:ln>
        </p:spPr>
      </p:pic>
      <p:sp>
        <p:nvSpPr>
          <p:cNvPr id="520" name="PlaceHolder 1"/>
          <p:cNvSpPr>
            <a:spLocks noGrp="1"/>
          </p:cNvSpPr>
          <p:nvPr>
            <p:ph type="title"/>
          </p:nvPr>
        </p:nvSpPr>
        <p:spPr>
          <a:xfrm>
            <a:off x="676080" y="370440"/>
            <a:ext cx="4735440" cy="830520"/>
          </a:xfrm>
          <a:prstGeom prst="rect">
            <a:avLst/>
          </a:prstGeom>
          <a:noFill/>
          <a:ln w="0">
            <a:noFill/>
          </a:ln>
        </p:spPr>
        <p:txBody>
          <a:bodyPr lIns="91440" rIns="91440" tIns="45720" bIns="45720" anchor="t">
            <a:normAutofit/>
          </a:bodyPr>
          <a:p>
            <a:pPr indent="0" defTabSz="457200">
              <a:lnSpc>
                <a:spcPct val="100000"/>
              </a:lnSpc>
              <a:buNone/>
            </a:pPr>
            <a:r>
              <a:rPr b="1" lang="en-IN" sz="4000" spc="-1" strike="noStrike">
                <a:solidFill>
                  <a:schemeClr val="dk1"/>
                </a:solidFill>
                <a:latin typeface="Trebuchet MS"/>
              </a:rPr>
              <a:t>GitHub Link</a:t>
            </a:r>
            <a:endParaRPr b="0" lang="en-US" sz="4000" spc="-1" strike="noStrike">
              <a:solidFill>
                <a:schemeClr val="dk1"/>
              </a:solidFill>
              <a:latin typeface="Trebuchet MS"/>
            </a:endParaRPr>
          </a:p>
        </p:txBody>
      </p:sp>
      <p:sp>
        <p:nvSpPr>
          <p:cNvPr id="521"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22"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23" name="TextBox 2"/>
          <p:cNvSpPr/>
          <p:nvPr/>
        </p:nvSpPr>
        <p:spPr>
          <a:xfrm>
            <a:off x="729360" y="1620000"/>
            <a:ext cx="57506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Trebuchet MS"/>
              </a:rPr>
              <a:t>https://github.com/FaraazAhmad71125/-Seasonal-Agriculture-Performance-Analysis.git</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46" dur="indefinite" restart="never" nodeType="tmRoot">
          <p:childTnLst>
            <p:seq>
              <p:cTn id="347" dur="indefinite" nodeType="mainSeq">
                <p:childTnLst>
                  <p:par>
                    <p:cTn id="348" fill="hold">
                      <p:stCondLst>
                        <p:cond delay="indefinite"/>
                      </p:stCondLst>
                      <p:childTnLst>
                        <p:par>
                          <p:cTn id="349" fill="hold">
                            <p:stCondLst>
                              <p:cond delay="0"/>
                            </p:stCondLst>
                            <p:childTnLst>
                              <p:par>
                                <p:cTn id="350" nodeType="clickEffect" fill="hold" presetClass="entr" presetID="53" presetSubtype="16">
                                  <p:stCondLst>
                                    <p:cond delay="0"/>
                                  </p:stCondLst>
                                  <p:childTnLst>
                                    <p:set>
                                      <p:cBhvr>
                                        <p:cTn id="351" dur="1" fill="hold">
                                          <p:stCondLst>
                                            <p:cond delay="0"/>
                                          </p:stCondLst>
                                        </p:cTn>
                                        <p:tgtEl>
                                          <p:spTgt spid="520"/>
                                        </p:tgtEl>
                                        <p:attrNameLst>
                                          <p:attrName>style.visibility</p:attrName>
                                        </p:attrNameLst>
                                      </p:cBhvr>
                                      <p:to>
                                        <p:strVal val="visible"/>
                                      </p:to>
                                    </p:set>
                                    <p:anim calcmode="lin" valueType="num">
                                      <p:cBhvr additive="repl">
                                        <p:cTn id="352" dur="500" fill="hold"/>
                                        <p:tgtEl>
                                          <p:spTgt spid="520"/>
                                        </p:tgtEl>
                                        <p:attrNameLst>
                                          <p:attrName>ppt_w</p:attrName>
                                        </p:attrNameLst>
                                      </p:cBhvr>
                                      <p:tavLst>
                                        <p:tav tm="0">
                                          <p:val>
                                            <p:fltVal val="0"/>
                                          </p:val>
                                        </p:tav>
                                        <p:tav tm="100000">
                                          <p:val>
                                            <p:strVal val="#ppt_w"/>
                                          </p:val>
                                        </p:tav>
                                      </p:tavLst>
                                    </p:anim>
                                    <p:anim calcmode="lin" valueType="num">
                                      <p:cBhvr additive="repl">
                                        <p:cTn id="353" dur="500" fill="hold"/>
                                        <p:tgtEl>
                                          <p:spTgt spid="520"/>
                                        </p:tgtEl>
                                        <p:attrNameLst>
                                          <p:attrName>ppt_h</p:attrName>
                                        </p:attrNameLst>
                                      </p:cBhvr>
                                      <p:tavLst>
                                        <p:tav tm="0">
                                          <p:val>
                                            <p:fltVal val="0"/>
                                          </p:val>
                                        </p:tav>
                                        <p:tav tm="100000">
                                          <p:val>
                                            <p:strVal val="#ppt_h"/>
                                          </p:val>
                                        </p:tav>
                                      </p:tavLst>
                                    </p:anim>
                                    <p:animEffect filter="fade" transition="in">
                                      <p:cBhvr additive="repl">
                                        <p:cTn id="354" dur="500"/>
                                        <p:tgtEl>
                                          <p:spTgt spid="520"/>
                                        </p:tgtEl>
                                      </p:cBhvr>
                                    </p:animEffect>
                                  </p:childTnLst>
                                </p:cTn>
                              </p:par>
                            </p:childTnLst>
                          </p:cTn>
                        </p:par>
                      </p:childTnLst>
                    </p:cTn>
                  </p:par>
                  <p:par>
                    <p:cTn id="355" fill="hold">
                      <p:stCondLst>
                        <p:cond delay="indefinite"/>
                      </p:stCondLst>
                      <p:childTnLst>
                        <p:par>
                          <p:cTn id="356" fill="hold">
                            <p:stCondLst>
                              <p:cond delay="0"/>
                            </p:stCondLst>
                            <p:childTnLst>
                              <p:par>
                                <p:cTn id="357" nodeType="clickEffect" fill="hold" presetClass="entr" presetID="42">
                                  <p:stCondLst>
                                    <p:cond delay="0"/>
                                  </p:stCondLst>
                                  <p:endCondLst>
                                    <p:cond delay="0" evt="begin">
                                      <p:tn val="357"/>
                                    </p:cond>
                                  </p:endCondLst>
                                  <p:childTnLst>
                                    <p:set>
                                      <p:cBhvr>
                                        <p:cTn id="358" dur="1" fill="hold">
                                          <p:stCondLst>
                                            <p:cond delay="0"/>
                                          </p:stCondLst>
                                        </p:cTn>
                                        <p:tgtEl>
                                          <p:spTgt spid="521"/>
                                        </p:tgtEl>
                                        <p:attrNameLst>
                                          <p:attrName>style.visibility</p:attrName>
                                        </p:attrNameLst>
                                      </p:cBhvr>
                                      <p:to>
                                        <p:strVal val="visible"/>
                                      </p:to>
                                    </p:set>
                                    <p:animEffect filter="fade" transition="in">
                                      <p:cBhvr additive="repl">
                                        <p:cTn id="359" dur="1000"/>
                                        <p:tgtEl>
                                          <p:spTgt spid="521"/>
                                        </p:tgtEl>
                                      </p:cBhvr>
                                    </p:animEffect>
                                    <p:anim calcmode="lin" valueType="num">
                                      <p:cBhvr additive="repl">
                                        <p:cTn id="360" dur="1000" fill="hold"/>
                                        <p:tgtEl>
                                          <p:spTgt spid="521"/>
                                        </p:tgtEl>
                                        <p:attrNameLst>
                                          <p:attrName>ppt_x</p:attrName>
                                        </p:attrNameLst>
                                      </p:cBhvr>
                                      <p:tavLst>
                                        <p:tav tm="0">
                                          <p:val>
                                            <p:strVal val="#ppt_x"/>
                                          </p:val>
                                        </p:tav>
                                        <p:tav tm="100000">
                                          <p:val>
                                            <p:strVal val="#ppt_x"/>
                                          </p:val>
                                        </p:tav>
                                      </p:tavLst>
                                    </p:anim>
                                    <p:anim calcmode="lin" valueType="num">
                                      <p:cBhvr additive="repl">
                                        <p:cTn id="361" dur="1000" fill="hold"/>
                                        <p:tgtEl>
                                          <p:spTgt spid="521"/>
                                        </p:tgtEl>
                                        <p:attrNameLst>
                                          <p:attrName>ppt_y</p:attrName>
                                        </p:attrNameLst>
                                      </p:cBhvr>
                                      <p:tavLst>
                                        <p:tav tm="0">
                                          <p:val>
                                            <p:strVal val="#ppt_y+.1"/>
                                          </p:val>
                                        </p:tav>
                                        <p:tav tm="100000">
                                          <p:val>
                                            <p:strVal val="#ppt_y"/>
                                          </p:val>
                                        </p:tav>
                                      </p:tavLst>
                                    </p:anim>
                                  </p:childTnLst>
                                </p:cTn>
                              </p:par>
                            </p:childTnLst>
                          </p:cTn>
                        </p:par>
                      </p:childTnLst>
                    </p:cTn>
                  </p:par>
                  <p:par>
                    <p:cTn id="362" fill="hold">
                      <p:stCondLst>
                        <p:cond delay="indefinite"/>
                      </p:stCondLst>
                      <p:childTnLst>
                        <p:par>
                          <p:cTn id="363" fill="hold">
                            <p:stCondLst>
                              <p:cond delay="0"/>
                            </p:stCondLst>
                            <p:childTnLst>
                              <p:par>
                                <p:cTn id="364" nodeType="clickEffect" fill="hold" presetClass="entr" presetID="42">
                                  <p:stCondLst>
                                    <p:cond delay="0"/>
                                  </p:stCondLst>
                                  <p:endCondLst>
                                    <p:cond delay="0" evt="begin">
                                      <p:tn val="364"/>
                                    </p:cond>
                                  </p:endCondLst>
                                  <p:childTnLst>
                                    <p:set>
                                      <p:cBhvr>
                                        <p:cTn id="365" dur="1" fill="hold">
                                          <p:stCondLst>
                                            <p:cond delay="0"/>
                                          </p:stCondLst>
                                        </p:cTn>
                                        <p:tgtEl>
                                          <p:spTgt spid="522"/>
                                        </p:tgtEl>
                                        <p:attrNameLst>
                                          <p:attrName>style.visibility</p:attrName>
                                        </p:attrNameLst>
                                      </p:cBhvr>
                                      <p:to>
                                        <p:strVal val="visible"/>
                                      </p:to>
                                    </p:set>
                                    <p:animEffect filter="fade" transition="in">
                                      <p:cBhvr additive="repl">
                                        <p:cTn id="366" dur="1000"/>
                                        <p:tgtEl>
                                          <p:spTgt spid="522"/>
                                        </p:tgtEl>
                                      </p:cBhvr>
                                    </p:animEffect>
                                    <p:anim calcmode="lin" valueType="num">
                                      <p:cBhvr additive="repl">
                                        <p:cTn id="367" dur="1000" fill="hold"/>
                                        <p:tgtEl>
                                          <p:spTgt spid="522"/>
                                        </p:tgtEl>
                                        <p:attrNameLst>
                                          <p:attrName>ppt_x</p:attrName>
                                        </p:attrNameLst>
                                      </p:cBhvr>
                                      <p:tavLst>
                                        <p:tav tm="0">
                                          <p:val>
                                            <p:strVal val="#ppt_x"/>
                                          </p:val>
                                        </p:tav>
                                        <p:tav tm="100000">
                                          <p:val>
                                            <p:strVal val="#ppt_x"/>
                                          </p:val>
                                        </p:tav>
                                      </p:tavLst>
                                    </p:anim>
                                    <p:anim calcmode="lin" valueType="num">
                                      <p:cBhvr additive="repl">
                                        <p:cTn id="368" dur="1000" fill="hold"/>
                                        <p:tgtEl>
                                          <p:spTgt spid="5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4" name="Picture 4" descr=""/>
          <p:cNvPicPr/>
          <p:nvPr/>
        </p:nvPicPr>
        <p:blipFill>
          <a:blip r:embed="rId1"/>
          <a:srcRect l="0" t="96179" r="0" b="0"/>
          <a:stretch/>
        </p:blipFill>
        <p:spPr>
          <a:xfrm>
            <a:off x="676080" y="6472080"/>
            <a:ext cx="2142720" cy="192600"/>
          </a:xfrm>
          <a:prstGeom prst="rect">
            <a:avLst/>
          </a:prstGeom>
          <a:ln w="0">
            <a:noFill/>
          </a:ln>
        </p:spPr>
      </p:pic>
      <p:sp>
        <p:nvSpPr>
          <p:cNvPr id="525" name="PlaceHolder 1"/>
          <p:cNvSpPr>
            <a:spLocks noGrp="1"/>
          </p:cNvSpPr>
          <p:nvPr>
            <p:ph type="title"/>
          </p:nvPr>
        </p:nvSpPr>
        <p:spPr>
          <a:xfrm>
            <a:off x="676080" y="370440"/>
            <a:ext cx="8350920" cy="884160"/>
          </a:xfrm>
          <a:prstGeom prst="rect">
            <a:avLst/>
          </a:prstGeom>
          <a:noFill/>
          <a:ln w="0">
            <a:noFill/>
          </a:ln>
        </p:spPr>
        <p:txBody>
          <a:bodyPr lIns="91440" rIns="91440" tIns="45720" bIns="45720" anchor="t">
            <a:normAutofit fontScale="81057"/>
          </a:bodyPr>
          <a:p>
            <a:pPr indent="0" defTabSz="457200">
              <a:lnSpc>
                <a:spcPct val="100000"/>
              </a:lnSpc>
              <a:buNone/>
            </a:pPr>
            <a:r>
              <a:rPr b="1" lang="en-IN" sz="3200" spc="-1" strike="noStrike">
                <a:solidFill>
                  <a:schemeClr val="dk1"/>
                </a:solidFill>
                <a:latin typeface="Trebuchet MS"/>
              </a:rPr>
              <a:t>VOIS Course completion certificate - </a:t>
            </a:r>
            <a:br>
              <a:rPr sz="3200"/>
            </a:br>
            <a:r>
              <a:rPr b="1" lang="en-IN" sz="3200" spc="-1" strike="noStrike">
                <a:solidFill>
                  <a:schemeClr val="dk1"/>
                </a:solidFill>
                <a:latin typeface="Trebuchet MS"/>
              </a:rPr>
              <a:t>Course name- Data Visualization </a:t>
            </a:r>
            <a:endParaRPr b="0" lang="en-US" sz="3200" spc="-1" strike="noStrike">
              <a:solidFill>
                <a:schemeClr val="dk1"/>
              </a:solidFill>
              <a:latin typeface="Trebuchet MS"/>
            </a:endParaRPr>
          </a:p>
        </p:txBody>
      </p:sp>
      <p:sp>
        <p:nvSpPr>
          <p:cNvPr id="526"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27"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528" name="" descr=""/>
          <p:cNvPicPr/>
          <p:nvPr/>
        </p:nvPicPr>
        <p:blipFill>
          <a:blip r:embed="rId2"/>
          <a:stretch/>
        </p:blipFill>
        <p:spPr>
          <a:xfrm>
            <a:off x="540000" y="1440000"/>
            <a:ext cx="6840000" cy="4837680"/>
          </a:xfrm>
          <a:prstGeom prst="rect">
            <a:avLst/>
          </a:prstGeom>
          <a:ln w="0">
            <a:noFill/>
          </a:ln>
        </p:spPr>
      </p:pic>
    </p:spTree>
  </p:cSld>
  <mc:AlternateContent>
    <mc:Choice Requires="p14">
      <p:transition spd="slow" p14:dur="2000"/>
    </mc:Choice>
    <mc:Fallback>
      <p:transition spd="slow"/>
    </mc:Fallback>
  </mc:AlternateContent>
  <p:timing>
    <p:tnLst>
      <p:par>
        <p:cTn id="369" dur="indefinite" restart="never" nodeType="tmRoot">
          <p:childTnLst>
            <p:seq>
              <p:cTn id="370" dur="indefinite" nodeType="mainSeq">
                <p:childTnLst>
                  <p:par>
                    <p:cTn id="371" fill="hold">
                      <p:stCondLst>
                        <p:cond delay="indefinite"/>
                      </p:stCondLst>
                      <p:childTnLst>
                        <p:par>
                          <p:cTn id="372" fill="hold">
                            <p:stCondLst>
                              <p:cond delay="0"/>
                            </p:stCondLst>
                            <p:childTnLst>
                              <p:par>
                                <p:cTn id="373" nodeType="clickEffect" fill="hold" presetClass="entr" presetID="53" presetSubtype="16">
                                  <p:stCondLst>
                                    <p:cond delay="0"/>
                                  </p:stCondLst>
                                  <p:childTnLst>
                                    <p:set>
                                      <p:cBhvr>
                                        <p:cTn id="374" dur="1" fill="hold">
                                          <p:stCondLst>
                                            <p:cond delay="0"/>
                                          </p:stCondLst>
                                        </p:cTn>
                                        <p:tgtEl>
                                          <p:spTgt spid="525"/>
                                        </p:tgtEl>
                                        <p:attrNameLst>
                                          <p:attrName>style.visibility</p:attrName>
                                        </p:attrNameLst>
                                      </p:cBhvr>
                                      <p:to>
                                        <p:strVal val="visible"/>
                                      </p:to>
                                    </p:set>
                                    <p:anim calcmode="lin" valueType="num">
                                      <p:cBhvr additive="repl">
                                        <p:cTn id="375" dur="500" fill="hold"/>
                                        <p:tgtEl>
                                          <p:spTgt spid="525"/>
                                        </p:tgtEl>
                                        <p:attrNameLst>
                                          <p:attrName>ppt_w</p:attrName>
                                        </p:attrNameLst>
                                      </p:cBhvr>
                                      <p:tavLst>
                                        <p:tav tm="0">
                                          <p:val>
                                            <p:fltVal val="0"/>
                                          </p:val>
                                        </p:tav>
                                        <p:tav tm="100000">
                                          <p:val>
                                            <p:strVal val="#ppt_w"/>
                                          </p:val>
                                        </p:tav>
                                      </p:tavLst>
                                    </p:anim>
                                    <p:anim calcmode="lin" valueType="num">
                                      <p:cBhvr additive="repl">
                                        <p:cTn id="376" dur="500" fill="hold"/>
                                        <p:tgtEl>
                                          <p:spTgt spid="525"/>
                                        </p:tgtEl>
                                        <p:attrNameLst>
                                          <p:attrName>ppt_h</p:attrName>
                                        </p:attrNameLst>
                                      </p:cBhvr>
                                      <p:tavLst>
                                        <p:tav tm="0">
                                          <p:val>
                                            <p:fltVal val="0"/>
                                          </p:val>
                                        </p:tav>
                                        <p:tav tm="100000">
                                          <p:val>
                                            <p:strVal val="#ppt_h"/>
                                          </p:val>
                                        </p:tav>
                                      </p:tavLst>
                                    </p:anim>
                                    <p:animEffect filter="fade" transition="in">
                                      <p:cBhvr additive="repl">
                                        <p:cTn id="377" dur="500"/>
                                        <p:tgtEl>
                                          <p:spTgt spid="525"/>
                                        </p:tgtEl>
                                      </p:cBhvr>
                                    </p:animEffect>
                                  </p:childTnLst>
                                </p:cTn>
                              </p:par>
                            </p:childTnLst>
                          </p:cTn>
                        </p:par>
                      </p:childTnLst>
                    </p:cTn>
                  </p:par>
                  <p:par>
                    <p:cTn id="378" fill="hold">
                      <p:stCondLst>
                        <p:cond delay="indefinite"/>
                      </p:stCondLst>
                      <p:childTnLst>
                        <p:par>
                          <p:cTn id="379" fill="hold">
                            <p:stCondLst>
                              <p:cond delay="0"/>
                            </p:stCondLst>
                            <p:childTnLst>
                              <p:par>
                                <p:cTn id="380" nodeType="clickEffect" fill="hold" presetClass="entr" presetID="42">
                                  <p:stCondLst>
                                    <p:cond delay="0"/>
                                  </p:stCondLst>
                                  <p:endCondLst>
                                    <p:cond delay="0" evt="begin">
                                      <p:tn val="380"/>
                                    </p:cond>
                                  </p:endCondLst>
                                  <p:childTnLst>
                                    <p:set>
                                      <p:cBhvr>
                                        <p:cTn id="381" dur="1" fill="hold">
                                          <p:stCondLst>
                                            <p:cond delay="0"/>
                                          </p:stCondLst>
                                        </p:cTn>
                                        <p:tgtEl>
                                          <p:spTgt spid="526"/>
                                        </p:tgtEl>
                                        <p:attrNameLst>
                                          <p:attrName>style.visibility</p:attrName>
                                        </p:attrNameLst>
                                      </p:cBhvr>
                                      <p:to>
                                        <p:strVal val="visible"/>
                                      </p:to>
                                    </p:set>
                                    <p:animEffect filter="fade" transition="in">
                                      <p:cBhvr additive="repl">
                                        <p:cTn id="382" dur="1000"/>
                                        <p:tgtEl>
                                          <p:spTgt spid="526"/>
                                        </p:tgtEl>
                                      </p:cBhvr>
                                    </p:animEffect>
                                    <p:anim calcmode="lin" valueType="num">
                                      <p:cBhvr additive="repl">
                                        <p:cTn id="383" dur="1000" fill="hold"/>
                                        <p:tgtEl>
                                          <p:spTgt spid="526"/>
                                        </p:tgtEl>
                                        <p:attrNameLst>
                                          <p:attrName>ppt_x</p:attrName>
                                        </p:attrNameLst>
                                      </p:cBhvr>
                                      <p:tavLst>
                                        <p:tav tm="0">
                                          <p:val>
                                            <p:strVal val="#ppt_x"/>
                                          </p:val>
                                        </p:tav>
                                        <p:tav tm="100000">
                                          <p:val>
                                            <p:strVal val="#ppt_x"/>
                                          </p:val>
                                        </p:tav>
                                      </p:tavLst>
                                    </p:anim>
                                    <p:anim calcmode="lin" valueType="num">
                                      <p:cBhvr additive="repl">
                                        <p:cTn id="384" dur="1000" fill="hold"/>
                                        <p:tgtEl>
                                          <p:spTgt spid="526"/>
                                        </p:tgtEl>
                                        <p:attrNameLst>
                                          <p:attrName>ppt_y</p:attrName>
                                        </p:attrNameLst>
                                      </p:cBhvr>
                                      <p:tavLst>
                                        <p:tav tm="0">
                                          <p:val>
                                            <p:strVal val="#ppt_y+.1"/>
                                          </p:val>
                                        </p:tav>
                                        <p:tav tm="100000">
                                          <p:val>
                                            <p:strVal val="#ppt_y"/>
                                          </p:val>
                                        </p:tav>
                                      </p:tavLst>
                                    </p:anim>
                                  </p:childTnLst>
                                </p:cTn>
                              </p:par>
                            </p:childTnLst>
                          </p:cTn>
                        </p:par>
                      </p:childTnLst>
                    </p:cTn>
                  </p:par>
                  <p:par>
                    <p:cTn id="385" fill="hold">
                      <p:stCondLst>
                        <p:cond delay="indefinite"/>
                      </p:stCondLst>
                      <p:childTnLst>
                        <p:par>
                          <p:cTn id="386" fill="hold">
                            <p:stCondLst>
                              <p:cond delay="0"/>
                            </p:stCondLst>
                            <p:childTnLst>
                              <p:par>
                                <p:cTn id="387" nodeType="clickEffect" fill="hold" presetClass="entr" presetID="42">
                                  <p:stCondLst>
                                    <p:cond delay="0"/>
                                  </p:stCondLst>
                                  <p:endCondLst>
                                    <p:cond delay="0" evt="begin">
                                      <p:tn val="387"/>
                                    </p:cond>
                                  </p:endCondLst>
                                  <p:childTnLst>
                                    <p:set>
                                      <p:cBhvr>
                                        <p:cTn id="388" dur="1" fill="hold">
                                          <p:stCondLst>
                                            <p:cond delay="0"/>
                                          </p:stCondLst>
                                        </p:cTn>
                                        <p:tgtEl>
                                          <p:spTgt spid="527"/>
                                        </p:tgtEl>
                                        <p:attrNameLst>
                                          <p:attrName>style.visibility</p:attrName>
                                        </p:attrNameLst>
                                      </p:cBhvr>
                                      <p:to>
                                        <p:strVal val="visible"/>
                                      </p:to>
                                    </p:set>
                                    <p:animEffect filter="fade" transition="in">
                                      <p:cBhvr additive="repl">
                                        <p:cTn id="389" dur="1000"/>
                                        <p:tgtEl>
                                          <p:spTgt spid="527"/>
                                        </p:tgtEl>
                                      </p:cBhvr>
                                    </p:animEffect>
                                    <p:anim calcmode="lin" valueType="num">
                                      <p:cBhvr additive="repl">
                                        <p:cTn id="390" dur="1000" fill="hold"/>
                                        <p:tgtEl>
                                          <p:spTgt spid="527"/>
                                        </p:tgtEl>
                                        <p:attrNameLst>
                                          <p:attrName>ppt_x</p:attrName>
                                        </p:attrNameLst>
                                      </p:cBhvr>
                                      <p:tavLst>
                                        <p:tav tm="0">
                                          <p:val>
                                            <p:strVal val="#ppt_x"/>
                                          </p:val>
                                        </p:tav>
                                        <p:tav tm="100000">
                                          <p:val>
                                            <p:strVal val="#ppt_x"/>
                                          </p:val>
                                        </p:tav>
                                      </p:tavLst>
                                    </p:anim>
                                    <p:anim calcmode="lin" valueType="num">
                                      <p:cBhvr additive="repl">
                                        <p:cTn id="391" dur="1000" fill="hold"/>
                                        <p:tgtEl>
                                          <p:spTgt spid="5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title"/>
          </p:nvPr>
        </p:nvSpPr>
        <p:spPr>
          <a:xfrm>
            <a:off x="432000" y="647640"/>
            <a:ext cx="11339640" cy="699840"/>
          </a:xfrm>
          <a:prstGeom prst="rect">
            <a:avLst/>
          </a:prstGeom>
          <a:noFill/>
          <a:ln w="0">
            <a:noFill/>
          </a:ln>
        </p:spPr>
        <p:txBody>
          <a:bodyPr lIns="91440" rIns="91440" tIns="45720" bIns="45720" anchor="ctr">
            <a:normAutofit/>
          </a:bodyPr>
          <a:p>
            <a:pPr indent="0" algn="ctr" defTabSz="457200">
              <a:lnSpc>
                <a:spcPct val="100000"/>
              </a:lnSpc>
              <a:buNone/>
            </a:pPr>
            <a:r>
              <a:rPr b="1" lang="en-US" sz="4800" spc="-1" strike="noStrike">
                <a:solidFill>
                  <a:schemeClr val="dk1"/>
                </a:solidFill>
                <a:latin typeface="Trebuchet MS"/>
              </a:rPr>
              <a:t>Thank you</a:t>
            </a:r>
            <a:endParaRPr b="0" lang="en-US" sz="4800" spc="-1" strike="noStrike">
              <a:solidFill>
                <a:schemeClr val="dk1"/>
              </a:solidFill>
              <a:latin typeface="Trebuchet MS"/>
            </a:endParaRPr>
          </a:p>
        </p:txBody>
      </p:sp>
      <p:sp>
        <p:nvSpPr>
          <p:cNvPr id="530" name="PlaceHolder 2"/>
          <p:cNvSpPr>
            <a:spLocks noGrp="1"/>
          </p:cNvSpPr>
          <p:nvPr>
            <p:ph/>
          </p:nvPr>
        </p:nvSpPr>
        <p:spPr>
          <a:xfrm>
            <a:off x="3727800" y="4641840"/>
            <a:ext cx="2139480" cy="1108440"/>
          </a:xfrm>
          <a:prstGeom prst="rect">
            <a:avLst/>
          </a:prstGeom>
          <a:noFill/>
          <a:ln w="0">
            <a:noFill/>
          </a:ln>
        </p:spPr>
        <p:txBody>
          <a:bodyPr lIns="91440" rIns="91440" tIns="45720" bIns="45720" anchor="t">
            <a:norm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a:t>
            </a:r>
            <a:endParaRPr b="0" lang="en-US" sz="1600" spc="-1" strike="noStrike">
              <a:solidFill>
                <a:schemeClr val="dk1">
                  <a:lumMod val="75000"/>
                  <a:lumOff val="25000"/>
                </a:schemeClr>
              </a:solidFill>
              <a:latin typeface="Trebuchet MS"/>
            </a:endParaRPr>
          </a:p>
        </p:txBody>
      </p:sp>
      <p:sp>
        <p:nvSpPr>
          <p:cNvPr id="531" name="Text Placeholder 28"/>
          <p:cNvSpPr/>
          <p:nvPr/>
        </p:nvSpPr>
        <p:spPr>
          <a:xfrm>
            <a:off x="878400" y="413496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400" spc="-1" strike="noStrike">
              <a:solidFill>
                <a:schemeClr val="accent4"/>
              </a:solidFill>
              <a:latin typeface="Trebuchet MS"/>
            </a:endParaRPr>
          </a:p>
        </p:txBody>
      </p:sp>
      <p:sp>
        <p:nvSpPr>
          <p:cNvPr id="532" name="Text Placeholder 28"/>
          <p:cNvSpPr/>
          <p:nvPr/>
        </p:nvSpPr>
        <p:spPr>
          <a:xfrm>
            <a:off x="5353560" y="396252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200" spc="-1" strike="noStrike">
              <a:solidFill>
                <a:schemeClr val="accent4"/>
              </a:solidFill>
              <a:latin typeface="Trebuchet MS"/>
            </a:endParaRPr>
          </a:p>
        </p:txBody>
      </p:sp>
      <p:sp>
        <p:nvSpPr>
          <p:cNvPr id="533" name="Text Placeholder 28"/>
          <p:cNvSpPr/>
          <p:nvPr/>
        </p:nvSpPr>
        <p:spPr>
          <a:xfrm>
            <a:off x="7789320" y="396252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200" spc="-1" strike="noStrike">
              <a:solidFill>
                <a:schemeClr val="accent4"/>
              </a:solidFill>
              <a:latin typeface="Trebuchet MS"/>
            </a:endParaRPr>
          </a:p>
        </p:txBody>
      </p:sp>
      <p:sp>
        <p:nvSpPr>
          <p:cNvPr id="534" name="Text Placeholder 30"/>
          <p:cNvSpPr/>
          <p:nvPr/>
        </p:nvSpPr>
        <p:spPr>
          <a:xfrm>
            <a:off x="609588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1600" spc="-1" strike="noStrike">
              <a:solidFill>
                <a:schemeClr val="dk1"/>
              </a:solidFill>
              <a:latin typeface="Trebuchet MS"/>
            </a:endParaRPr>
          </a:p>
        </p:txBody>
      </p:sp>
      <p:sp>
        <p:nvSpPr>
          <p:cNvPr id="535" name="Text Placeholder 30"/>
          <p:cNvSpPr/>
          <p:nvPr/>
        </p:nvSpPr>
        <p:spPr>
          <a:xfrm>
            <a:off x="859140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r>
              <a:rPr b="0" lang="en-GB" sz="1600" spc="-1" strike="noStrike">
                <a:solidFill>
                  <a:schemeClr val="dk1"/>
                </a:solidFill>
                <a:latin typeface="Trebuchet MS"/>
              </a:rPr>
              <a:t>.</a:t>
            </a:r>
            <a:endParaRPr b="0" lang="en-IN" sz="1600" spc="-1" strike="noStrike">
              <a:solidFill>
                <a:srgbClr val="000000"/>
              </a:solidFill>
              <a:latin typeface="Arial"/>
            </a:endParaRPr>
          </a:p>
        </p:txBody>
      </p:sp>
      <p:pic>
        <p:nvPicPr>
          <p:cNvPr id="536" name="Picture 14" descr=""/>
          <p:cNvPicPr/>
          <p:nvPr/>
        </p:nvPicPr>
        <p:blipFill>
          <a:blip r:embed="rId1"/>
          <a:srcRect l="0" t="96179" r="0" b="0"/>
          <a:stretch/>
        </p:blipFill>
        <p:spPr>
          <a:xfrm>
            <a:off x="676080" y="6472080"/>
            <a:ext cx="2142720" cy="192600"/>
          </a:xfrm>
          <a:prstGeom prst="rect">
            <a:avLst/>
          </a:prstGeom>
          <a:ln w="0">
            <a:noFill/>
          </a:ln>
        </p:spPr>
      </p:pic>
      <p:sp>
        <p:nvSpPr>
          <p:cNvPr id="537" name=""/>
          <p:cNvSpPr txBox="1"/>
          <p:nvPr/>
        </p:nvSpPr>
        <p:spPr>
          <a:xfrm>
            <a:off x="3153600" y="2800440"/>
            <a:ext cx="3146400" cy="799560"/>
          </a:xfrm>
          <a:prstGeom prst="rect">
            <a:avLst/>
          </a:prstGeom>
          <a:noFill/>
          <a:ln w="0">
            <a:noFill/>
          </a:ln>
        </p:spPr>
        <p:txBody>
          <a:bodyPr lIns="90000" rIns="90000" tIns="45000" bIns="45000" anchor="t">
            <a:noAutofit/>
          </a:bodyPr>
          <a:p>
            <a:r>
              <a:rPr b="1" lang="en-US" sz="4800" spc="-1" strike="noStrike">
                <a:solidFill>
                  <a:schemeClr val="dk1"/>
                </a:solidFill>
                <a:latin typeface="Trebuchet MS"/>
              </a:rPr>
              <a:t>Thank you</a:t>
            </a:r>
            <a:endParaRPr b="0" lang="en-IN" sz="4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92" dur="indefinite" restart="never" nodeType="tmRoot">
          <p:childTnLst>
            <p:seq>
              <p:cTn id="393" dur="indefinite" nodeType="mainSeq">
                <p:childTnLst>
                  <p:par>
                    <p:cTn id="394" fill="hold">
                      <p:stCondLst>
                        <p:cond delay="indefinite"/>
                      </p:stCondLst>
                      <p:childTnLst>
                        <p:par>
                          <p:cTn id="395" fill="hold">
                            <p:stCondLst>
                              <p:cond delay="0"/>
                            </p:stCondLst>
                            <p:childTnLst>
                              <p:par>
                                <p:cTn id="396" nodeType="clickEffect" fill="hold" presetClass="entr" presetID="53" presetSubtype="16">
                                  <p:stCondLst>
                                    <p:cond delay="0"/>
                                  </p:stCondLst>
                                  <p:childTnLst>
                                    <p:set>
                                      <p:cBhvr>
                                        <p:cTn id="397" dur="1" fill="hold">
                                          <p:stCondLst>
                                            <p:cond delay="0"/>
                                          </p:stCondLst>
                                        </p:cTn>
                                        <p:tgtEl>
                                          <p:spTgt spid="529"/>
                                        </p:tgtEl>
                                        <p:attrNameLst>
                                          <p:attrName>style.visibility</p:attrName>
                                        </p:attrNameLst>
                                      </p:cBhvr>
                                      <p:to>
                                        <p:strVal val="visible"/>
                                      </p:to>
                                    </p:set>
                                    <p:anim calcmode="lin" valueType="num">
                                      <p:cBhvr additive="repl">
                                        <p:cTn id="398" dur="500" fill="hold"/>
                                        <p:tgtEl>
                                          <p:spTgt spid="529"/>
                                        </p:tgtEl>
                                        <p:attrNameLst>
                                          <p:attrName>ppt_w</p:attrName>
                                        </p:attrNameLst>
                                      </p:cBhvr>
                                      <p:tavLst>
                                        <p:tav tm="0">
                                          <p:val>
                                            <p:fltVal val="0"/>
                                          </p:val>
                                        </p:tav>
                                        <p:tav tm="100000">
                                          <p:val>
                                            <p:strVal val="#ppt_w"/>
                                          </p:val>
                                        </p:tav>
                                      </p:tavLst>
                                    </p:anim>
                                    <p:anim calcmode="lin" valueType="num">
                                      <p:cBhvr additive="repl">
                                        <p:cTn id="399" dur="500" fill="hold"/>
                                        <p:tgtEl>
                                          <p:spTgt spid="529"/>
                                        </p:tgtEl>
                                        <p:attrNameLst>
                                          <p:attrName>ppt_h</p:attrName>
                                        </p:attrNameLst>
                                      </p:cBhvr>
                                      <p:tavLst>
                                        <p:tav tm="0">
                                          <p:val>
                                            <p:fltVal val="0"/>
                                          </p:val>
                                        </p:tav>
                                        <p:tav tm="100000">
                                          <p:val>
                                            <p:strVal val="#ppt_h"/>
                                          </p:val>
                                        </p:tav>
                                      </p:tavLst>
                                    </p:anim>
                                    <p:animEffect filter="fade" transition="in">
                                      <p:cBhvr additive="repl">
                                        <p:cTn id="400" dur="500"/>
                                        <p:tgtEl>
                                          <p:spTgt spid="529"/>
                                        </p:tgtEl>
                                      </p:cBhvr>
                                    </p:animEffect>
                                  </p:childTnLst>
                                </p:cTn>
                              </p:par>
                            </p:childTnLst>
                          </p:cTn>
                        </p:par>
                      </p:childTnLst>
                    </p:cTn>
                  </p:par>
                  <p:par>
                    <p:cTn id="401" fill="hold">
                      <p:stCondLst>
                        <p:cond delay="indefinite"/>
                      </p:stCondLst>
                      <p:childTnLst>
                        <p:par>
                          <p:cTn id="402" fill="hold">
                            <p:stCondLst>
                              <p:cond delay="0"/>
                            </p:stCondLst>
                            <p:childTnLst>
                              <p:par>
                                <p:cTn id="403" nodeType="clickEffect" fill="hold" presetClass="entr" presetID="12" presetSubtype="4">
                                  <p:stCondLst>
                                    <p:cond delay="0"/>
                                  </p:stCondLst>
                                  <p:endCondLst>
                                    <p:cond delay="0" evt="begin">
                                      <p:tn val="403"/>
                                    </p:cond>
                                  </p:endCondLst>
                                  <p:childTnLst>
                                    <p:set>
                                      <p:cBhvr>
                                        <p:cTn id="404" dur="1" fill="hold">
                                          <p:stCondLst>
                                            <p:cond delay="0"/>
                                          </p:stCondLst>
                                        </p:cTn>
                                        <p:tgtEl>
                                          <p:spTgt spid="531"/>
                                        </p:tgtEl>
                                        <p:attrNameLst>
                                          <p:attrName>style.visibility</p:attrName>
                                        </p:attrNameLst>
                                      </p:cBhvr>
                                      <p:to>
                                        <p:strVal val="visible"/>
                                      </p:to>
                                    </p:set>
                                    <p:anim calcmode="lin" valueType="num">
                                      <p:cBhvr additive="repl">
                                        <p:cTn id="405" dur="500"/>
                                        <p:tgtEl>
                                          <p:spTgt spid="531"/>
                                        </p:tgtEl>
                                        <p:attrNameLst>
                                          <p:attrName>ppt_y</p:attrName>
                                        </p:attrNameLst>
                                      </p:cBhvr>
                                      <p:tavLst>
                                        <p:tav tm="0">
                                          <p:val>
                                            <p:strVal val="#ppt_y+#ppt_h*1.125000"/>
                                          </p:val>
                                        </p:tav>
                                        <p:tav tm="100000">
                                          <p:val>
                                            <p:strVal val="#ppt_y"/>
                                          </p:val>
                                        </p:tav>
                                      </p:tavLst>
                                    </p:anim>
                                    <p:animEffect filter="wipe(up)" transition="in">
                                      <p:cBhvr additive="repl">
                                        <p:cTn id="406" dur="500"/>
                                        <p:tgtEl>
                                          <p:spTgt spid="531"/>
                                        </p:tgtEl>
                                      </p:cBhvr>
                                    </p:animEffect>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12" presetSubtype="4">
                                  <p:stCondLst>
                                    <p:cond delay="0"/>
                                  </p:stCondLst>
                                  <p:childTnLst>
                                    <p:set>
                                      <p:cBhvr>
                                        <p:cTn id="410" dur="1" fill="hold">
                                          <p:stCondLst>
                                            <p:cond delay="0"/>
                                          </p:stCondLst>
                                        </p:cTn>
                                        <p:tgtEl>
                                          <p:spTgt spid="530">
                                            <p:txEl>
                                              <p:pRg st="0" end="0"/>
                                            </p:txEl>
                                          </p:spTgt>
                                        </p:tgtEl>
                                        <p:attrNameLst>
                                          <p:attrName>style.visibility</p:attrName>
                                        </p:attrNameLst>
                                      </p:cBhvr>
                                      <p:to>
                                        <p:strVal val="visible"/>
                                      </p:to>
                                    </p:set>
                                    <p:anim calcmode="lin" valueType="num">
                                      <p:cBhvr additive="repl">
                                        <p:cTn id="411" dur="500"/>
                                        <p:tgtEl>
                                          <p:spTgt spid="530">
                                            <p:txEl>
                                              <p:pRg st="0" end="0"/>
                                            </p:txEl>
                                          </p:spTgt>
                                        </p:tgtEl>
                                        <p:attrNameLst>
                                          <p:attrName>ppt_y</p:attrName>
                                        </p:attrNameLst>
                                      </p:cBhvr>
                                      <p:tavLst>
                                        <p:tav tm="0">
                                          <p:val>
                                            <p:strVal val="#ppt_y+#ppt_h*1.125000"/>
                                          </p:val>
                                        </p:tav>
                                        <p:tav tm="100000">
                                          <p:val>
                                            <p:strVal val="#ppt_y"/>
                                          </p:val>
                                        </p:tav>
                                      </p:tavLst>
                                    </p:anim>
                                    <p:animEffect filter="wipe(up)" transition="in">
                                      <p:cBhvr additive="repl">
                                        <p:cTn id="412" dur="500"/>
                                        <p:tgtEl>
                                          <p:spTgt spid="530">
                                            <p:txEl>
                                              <p:pRg st="0" end="0"/>
                                            </p:txEl>
                                          </p:spTgt>
                                        </p:tgtEl>
                                      </p:cBhvr>
                                    </p:animEffect>
                                  </p:childTnLst>
                                </p:cTn>
                              </p:par>
                            </p:childTnLst>
                          </p:cTn>
                        </p:par>
                      </p:childTnLst>
                    </p:cTn>
                  </p:par>
                  <p:par>
                    <p:cTn id="413" fill="hold">
                      <p:stCondLst>
                        <p:cond delay="indefinite"/>
                      </p:stCondLst>
                      <p:childTnLst>
                        <p:par>
                          <p:cTn id="414" fill="hold">
                            <p:stCondLst>
                              <p:cond delay="0"/>
                            </p:stCondLst>
                            <p:childTnLst>
                              <p:par>
                                <p:cTn id="415" nodeType="clickEffect" fill="hold" presetClass="entr" presetID="12" presetSubtype="4">
                                  <p:stCondLst>
                                    <p:cond delay="0"/>
                                  </p:stCondLst>
                                  <p:endCondLst>
                                    <p:cond delay="0" evt="begin">
                                      <p:tn val="415"/>
                                    </p:cond>
                                  </p:endCondLst>
                                  <p:childTnLst>
                                    <p:set>
                                      <p:cBhvr>
                                        <p:cTn id="416" dur="1" fill="hold">
                                          <p:stCondLst>
                                            <p:cond delay="0"/>
                                          </p:stCondLst>
                                        </p:cTn>
                                        <p:tgtEl>
                                          <p:spTgt spid="532"/>
                                        </p:tgtEl>
                                        <p:attrNameLst>
                                          <p:attrName>style.visibility</p:attrName>
                                        </p:attrNameLst>
                                      </p:cBhvr>
                                      <p:to>
                                        <p:strVal val="visible"/>
                                      </p:to>
                                    </p:set>
                                    <p:anim calcmode="lin" valueType="num">
                                      <p:cBhvr additive="repl">
                                        <p:cTn id="417" dur="500"/>
                                        <p:tgtEl>
                                          <p:spTgt spid="532"/>
                                        </p:tgtEl>
                                        <p:attrNameLst>
                                          <p:attrName>ppt_y</p:attrName>
                                        </p:attrNameLst>
                                      </p:cBhvr>
                                      <p:tavLst>
                                        <p:tav tm="0">
                                          <p:val>
                                            <p:strVal val="#ppt_y+#ppt_h*1.125000"/>
                                          </p:val>
                                        </p:tav>
                                        <p:tav tm="100000">
                                          <p:val>
                                            <p:strVal val="#ppt_y"/>
                                          </p:val>
                                        </p:tav>
                                      </p:tavLst>
                                    </p:anim>
                                    <p:animEffect filter="wipe(up)" transition="in">
                                      <p:cBhvr additive="repl">
                                        <p:cTn id="418" dur="500"/>
                                        <p:tgtEl>
                                          <p:spTgt spid="532"/>
                                        </p:tgtEl>
                                      </p:cBhvr>
                                    </p:animEffect>
                                  </p:childTnLst>
                                </p:cTn>
                              </p:par>
                            </p:childTnLst>
                          </p:cTn>
                        </p:par>
                      </p:childTnLst>
                    </p:cTn>
                  </p:par>
                  <p:par>
                    <p:cTn id="419" fill="hold">
                      <p:stCondLst>
                        <p:cond delay="indefinite"/>
                      </p:stCondLst>
                      <p:childTnLst>
                        <p:par>
                          <p:cTn id="420" fill="hold">
                            <p:stCondLst>
                              <p:cond delay="0"/>
                            </p:stCondLst>
                            <p:childTnLst>
                              <p:par>
                                <p:cTn id="421" nodeType="clickEffect" fill="hold" presetClass="entr" presetID="12" presetSubtype="4">
                                  <p:stCondLst>
                                    <p:cond delay="0"/>
                                  </p:stCondLst>
                                  <p:endCondLst>
                                    <p:cond delay="0" evt="begin">
                                      <p:tn val="421"/>
                                    </p:cond>
                                  </p:endCondLst>
                                  <p:childTnLst>
                                    <p:set>
                                      <p:cBhvr>
                                        <p:cTn id="422" dur="1" fill="hold">
                                          <p:stCondLst>
                                            <p:cond delay="0"/>
                                          </p:stCondLst>
                                        </p:cTn>
                                        <p:tgtEl>
                                          <p:spTgt spid="534"/>
                                        </p:tgtEl>
                                        <p:attrNameLst>
                                          <p:attrName>style.visibility</p:attrName>
                                        </p:attrNameLst>
                                      </p:cBhvr>
                                      <p:to>
                                        <p:strVal val="visible"/>
                                      </p:to>
                                    </p:set>
                                    <p:anim calcmode="lin" valueType="num">
                                      <p:cBhvr additive="repl">
                                        <p:cTn id="423" dur="500"/>
                                        <p:tgtEl>
                                          <p:spTgt spid="534"/>
                                        </p:tgtEl>
                                        <p:attrNameLst>
                                          <p:attrName>ppt_y</p:attrName>
                                        </p:attrNameLst>
                                      </p:cBhvr>
                                      <p:tavLst>
                                        <p:tav tm="0">
                                          <p:val>
                                            <p:strVal val="#ppt_y+#ppt_h*1.125000"/>
                                          </p:val>
                                        </p:tav>
                                        <p:tav tm="100000">
                                          <p:val>
                                            <p:strVal val="#ppt_y"/>
                                          </p:val>
                                        </p:tav>
                                      </p:tavLst>
                                    </p:anim>
                                    <p:animEffect filter="wipe(up)" transition="in">
                                      <p:cBhvr additive="repl">
                                        <p:cTn id="424" dur="500"/>
                                        <p:tgtEl>
                                          <p:spTgt spid="534"/>
                                        </p:tgtEl>
                                      </p:cBhvr>
                                    </p:animEffect>
                                  </p:childTnLst>
                                </p:cTn>
                              </p:par>
                            </p:childTnLst>
                          </p:cTn>
                        </p:par>
                      </p:childTnLst>
                    </p:cTn>
                  </p:par>
                  <p:par>
                    <p:cTn id="425" fill="hold">
                      <p:stCondLst>
                        <p:cond delay="indefinite"/>
                      </p:stCondLst>
                      <p:childTnLst>
                        <p:par>
                          <p:cTn id="426" fill="hold">
                            <p:stCondLst>
                              <p:cond delay="0"/>
                            </p:stCondLst>
                            <p:childTnLst>
                              <p:par>
                                <p:cTn id="427" nodeType="clickEffect" fill="hold" presetClass="entr" presetID="12" presetSubtype="4">
                                  <p:stCondLst>
                                    <p:cond delay="0"/>
                                  </p:stCondLst>
                                  <p:endCondLst>
                                    <p:cond delay="0" evt="begin">
                                      <p:tn val="427"/>
                                    </p:cond>
                                  </p:endCondLst>
                                  <p:childTnLst>
                                    <p:set>
                                      <p:cBhvr>
                                        <p:cTn id="428" dur="1" fill="hold">
                                          <p:stCondLst>
                                            <p:cond delay="0"/>
                                          </p:stCondLst>
                                        </p:cTn>
                                        <p:tgtEl>
                                          <p:spTgt spid="533"/>
                                        </p:tgtEl>
                                        <p:attrNameLst>
                                          <p:attrName>style.visibility</p:attrName>
                                        </p:attrNameLst>
                                      </p:cBhvr>
                                      <p:to>
                                        <p:strVal val="visible"/>
                                      </p:to>
                                    </p:set>
                                    <p:anim calcmode="lin" valueType="num">
                                      <p:cBhvr additive="repl">
                                        <p:cTn id="429" dur="500"/>
                                        <p:tgtEl>
                                          <p:spTgt spid="533"/>
                                        </p:tgtEl>
                                        <p:attrNameLst>
                                          <p:attrName>ppt_y</p:attrName>
                                        </p:attrNameLst>
                                      </p:cBhvr>
                                      <p:tavLst>
                                        <p:tav tm="0">
                                          <p:val>
                                            <p:strVal val="#ppt_y+#ppt_h*1.125000"/>
                                          </p:val>
                                        </p:tav>
                                        <p:tav tm="100000">
                                          <p:val>
                                            <p:strVal val="#ppt_y"/>
                                          </p:val>
                                        </p:tav>
                                      </p:tavLst>
                                    </p:anim>
                                    <p:animEffect filter="wipe(up)" transition="in">
                                      <p:cBhvr additive="repl">
                                        <p:cTn id="430" dur="500"/>
                                        <p:tgtEl>
                                          <p:spTgt spid="533"/>
                                        </p:tgtEl>
                                      </p:cBhvr>
                                    </p:animEffect>
                                  </p:childTnLst>
                                </p:cTn>
                              </p:par>
                            </p:childTnLst>
                          </p:cTn>
                        </p:par>
                      </p:childTnLst>
                    </p:cTn>
                  </p:par>
                  <p:par>
                    <p:cTn id="431" fill="hold">
                      <p:stCondLst>
                        <p:cond delay="indefinite"/>
                      </p:stCondLst>
                      <p:childTnLst>
                        <p:par>
                          <p:cTn id="432" fill="hold">
                            <p:stCondLst>
                              <p:cond delay="0"/>
                            </p:stCondLst>
                            <p:childTnLst>
                              <p:par>
                                <p:cTn id="433" nodeType="clickEffect" fill="hold" presetClass="entr" presetID="12" presetSubtype="4">
                                  <p:stCondLst>
                                    <p:cond delay="0"/>
                                  </p:stCondLst>
                                  <p:childTnLst>
                                    <p:set>
                                      <p:cBhvr>
                                        <p:cTn id="434" dur="1" fill="hold">
                                          <p:stCondLst>
                                            <p:cond delay="0"/>
                                          </p:stCondLst>
                                        </p:cTn>
                                        <p:tgtEl>
                                          <p:spTgt spid="535"/>
                                        </p:tgtEl>
                                        <p:attrNameLst>
                                          <p:attrName>style.visibility</p:attrName>
                                        </p:attrNameLst>
                                      </p:cBhvr>
                                      <p:to>
                                        <p:strVal val="visible"/>
                                      </p:to>
                                    </p:set>
                                    <p:anim calcmode="lin" valueType="num">
                                      <p:cBhvr additive="repl">
                                        <p:cTn id="435" dur="500"/>
                                        <p:tgtEl>
                                          <p:spTgt spid="535"/>
                                        </p:tgtEl>
                                        <p:attrNameLst>
                                          <p:attrName>ppt_y</p:attrName>
                                        </p:attrNameLst>
                                      </p:cBhvr>
                                      <p:tavLst>
                                        <p:tav tm="0">
                                          <p:val>
                                            <p:strVal val="#ppt_y+#ppt_h*1.125000"/>
                                          </p:val>
                                        </p:tav>
                                        <p:tav tm="100000">
                                          <p:val>
                                            <p:strVal val="#ppt_y"/>
                                          </p:val>
                                        </p:tav>
                                      </p:tavLst>
                                    </p:anim>
                                    <p:animEffect filter="wipe(up)" transition="in">
                                      <p:cBhvr additive="repl">
                                        <p:cTn id="436" dur="5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1453</TotalTime>
  <Application>Bree_Office/1.0.0.0$Windows_X86_64 LibreOffice_project/</Application>
  <AppVersion>15.0000</AppVersion>
  <Words>202</Words>
  <Paragraphs>26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dc:description/>
  <dc:language>en-IN</dc:language>
  <cp:lastModifiedBy/>
  <dcterms:modified xsi:type="dcterms:W3CDTF">2026-09-10T00:57:31Z</dcterms:modified>
  <cp:revision>99</cp:revision>
  <dc:subject/>
  <dc:title>MASKED HUNTERS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vt:i4>
  </property>
  <property fmtid="{D5CDD505-2E9C-101B-9397-08002B2CF9AE}" pid="4" name="PresentationFormat">
    <vt:lpwstr>Widescreen</vt:lpwstr>
  </property>
  <property fmtid="{D5CDD505-2E9C-101B-9397-08002B2CF9AE}" pid="5" name="Slides">
    <vt:i4>14</vt:i4>
  </property>
</Properties>
</file>