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1.xml.rels" ContentType="application/vnd.openxmlformats-package.relationships+xml"/>
  <Override PartName="/customXml/_rels/item2.xml.rels" ContentType="application/vnd.openxmlformats-package.relationships+xml"/>
  <Override PartName="/customXml/_rels/item3.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3.xml" ContentType="application/vnd.openxmlformats-officedocument.presentationml.slideMaster+xml"/>
  <Override PartName="/ppt/slideMasters/slideMaster21.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20.xml.rels" ContentType="application/vnd.openxmlformats-package.relationships+xml"/>
  <Override PartName="/ppt/slideMasters/_rels/slideMaster3.xml.rels" ContentType="application/vnd.openxmlformats-package.relationships+xml"/>
  <Override PartName="/ppt/slideMasters/_rels/slideMaster21.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19.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notesSlides/notesSlide5.xml" ContentType="application/vnd.openxmlformats-officedocument.presentationml.notesSlide+xml"/>
  <Override PartName="/ppt/notesSlides/_rels/notesSlide5.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media/image1.jpeg" ContentType="image/jpeg"/>
  <Override PartName="/ppt/media/image3.png" ContentType="image/pn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media/image9.jpeg" ContentType="image/jpeg"/>
  <Override PartName="/ppt/presProps.xml" ContentType="application/vnd.openxmlformats-officedocument.presentationml.presProps+xml"/>
  <Override PartName="/ppt/_rels/presentation.xml.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Lst>
  <p:notesMasterIdLst>
    <p:notesMasterId r:id="rId23"/>
  </p:notesMasterIdLst>
  <p:sldIdLst>
    <p:sldId id="256" r:id="rId24"/>
    <p:sldId id="257" r:id="rId25"/>
    <p:sldId id="258" r:id="rId26"/>
    <p:sldId id="259" r:id="rId27"/>
    <p:sldId id="260" r:id="rId28"/>
    <p:sldId id="261" r:id="rId29"/>
    <p:sldId id="262" r:id="rId30"/>
    <p:sldId id="263" r:id="rId31"/>
    <p:sldId id="264" r:id="rId32"/>
    <p:sldId id="265" r:id="rId33"/>
    <p:sldId id="266" r:id="rId34"/>
    <p:sldId id="267" r:id="rId35"/>
    <p:sldId id="268" r:id="rId36"/>
    <p:sldId id="269" r:id="rId37"/>
    <p:sldId id="270" r:id="rId38"/>
    <p:sldId id="271" r:id="rId39"/>
    <p:sldId id="272" r:id="rId40"/>
    <p:sldId id="273"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notesMaster" Target="notesMasters/notesMaster1.xml"/><Relationship Id="rId24" Type="http://schemas.openxmlformats.org/officeDocument/2006/relationships/slide" Target="slides/slide1.xml"/><Relationship Id="rId25" Type="http://schemas.openxmlformats.org/officeDocument/2006/relationships/slide" Target="slides/slide2.xml"/><Relationship Id="rId26" Type="http://schemas.openxmlformats.org/officeDocument/2006/relationships/slide" Target="slides/slide3.xml"/><Relationship Id="rId27" Type="http://schemas.openxmlformats.org/officeDocument/2006/relationships/slide" Target="slides/slide4.xml"/><Relationship Id="rId28" Type="http://schemas.openxmlformats.org/officeDocument/2006/relationships/slide" Target="slides/slide5.xml"/><Relationship Id="rId29" Type="http://schemas.openxmlformats.org/officeDocument/2006/relationships/slide" Target="slides/slide6.xml"/><Relationship Id="rId30" Type="http://schemas.openxmlformats.org/officeDocument/2006/relationships/slide" Target="slides/slide7.xml"/><Relationship Id="rId31" Type="http://schemas.openxmlformats.org/officeDocument/2006/relationships/slide" Target="slides/slide8.xml"/><Relationship Id="rId32" Type="http://schemas.openxmlformats.org/officeDocument/2006/relationships/slide" Target="slides/slide9.xml"/><Relationship Id="rId33" Type="http://schemas.openxmlformats.org/officeDocument/2006/relationships/slide" Target="slides/slide10.xml"/><Relationship Id="rId34" Type="http://schemas.openxmlformats.org/officeDocument/2006/relationships/slide" Target="slides/slide11.xml"/><Relationship Id="rId35" Type="http://schemas.openxmlformats.org/officeDocument/2006/relationships/slide" Target="slides/slide12.xml"/><Relationship Id="rId36" Type="http://schemas.openxmlformats.org/officeDocument/2006/relationships/slide" Target="slides/slide13.xml"/><Relationship Id="rId37" Type="http://schemas.openxmlformats.org/officeDocument/2006/relationships/slide" Target="slides/slide14.xml"/><Relationship Id="rId38" Type="http://schemas.openxmlformats.org/officeDocument/2006/relationships/slide" Target="slides/slide15.xml"/><Relationship Id="rId39" Type="http://schemas.openxmlformats.org/officeDocument/2006/relationships/slide" Target="slides/slide16.xml"/><Relationship Id="rId40" Type="http://schemas.openxmlformats.org/officeDocument/2006/relationships/slide" Target="slides/slide17.xml"/><Relationship Id="rId41" Type="http://schemas.openxmlformats.org/officeDocument/2006/relationships/slide" Target="slides/slide18.xml"/><Relationship Id="rId42"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en-US" sz="1800" spc="-1" strike="noStrike">
                <a:solidFill>
                  <a:schemeClr val="dk1"/>
                </a:solidFill>
                <a:latin typeface="Trebuchet MS"/>
              </a:rPr>
              <a:t>Click to move the slide</a:t>
            </a:r>
            <a:endParaRPr b="0" lang="en-US" sz="1800" spc="-1" strike="noStrike">
              <a:solidFill>
                <a:schemeClr val="dk1"/>
              </a:solidFill>
              <a:latin typeface="Trebuchet MS"/>
            </a:endParaRPr>
          </a:p>
        </p:txBody>
      </p:sp>
      <p:sp>
        <p:nvSpPr>
          <p:cNvPr id="44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IN" sz="2000" spc="-1" strike="noStrike">
                <a:solidFill>
                  <a:srgbClr val="000000"/>
                </a:solidFill>
                <a:latin typeface="Arial"/>
              </a:rPr>
              <a:t>Click to edit the notes format</a:t>
            </a:r>
            <a:endParaRPr b="0" lang="en-IN" sz="2000" spc="-1" strike="noStrike">
              <a:solidFill>
                <a:srgbClr val="000000"/>
              </a:solidFill>
              <a:latin typeface="Arial"/>
            </a:endParaRPr>
          </a:p>
        </p:txBody>
      </p:sp>
      <p:sp>
        <p:nvSpPr>
          <p:cNvPr id="44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IN" sz="1400" spc="-1" strike="noStrike">
                <a:solidFill>
                  <a:srgbClr val="000000"/>
                </a:solidFill>
                <a:latin typeface="Times New Roman"/>
              </a:rPr>
              <a:t>&lt;header&gt;</a:t>
            </a:r>
            <a:endParaRPr b="0" lang="en-IN" sz="1400" spc="-1" strike="noStrike">
              <a:solidFill>
                <a:srgbClr val="000000"/>
              </a:solidFill>
              <a:latin typeface="Times New Roman"/>
            </a:endParaRPr>
          </a:p>
        </p:txBody>
      </p:sp>
      <p:sp>
        <p:nvSpPr>
          <p:cNvPr id="447" name="PlaceHolder 4"/>
          <p:cNvSpPr>
            <a:spLocks noGrp="1"/>
          </p:cNvSpPr>
          <p:nvPr>
            <p:ph type="dt" idx="49"/>
          </p:nvPr>
        </p:nvSpPr>
        <p:spPr>
          <a:xfrm>
            <a:off x="4278960" y="0"/>
            <a:ext cx="3280680" cy="534240"/>
          </a:xfrm>
          <a:prstGeom prst="rect">
            <a:avLst/>
          </a:prstGeom>
          <a:noFill/>
          <a:ln w="0">
            <a:noFill/>
          </a:ln>
        </p:spPr>
        <p:txBody>
          <a:bodyPr lIns="0" rIns="0" tIns="0" bIns="0" anchor="t">
            <a:noAutofit/>
          </a:bodyPr>
          <a:lstStyle>
            <a:lvl1pPr indent="0" algn="r">
              <a:buNone/>
              <a:defRPr b="0" lang="en-IN" sz="1400" spc="-1" strike="noStrike">
                <a:solidFill>
                  <a:srgbClr val="000000"/>
                </a:solidFill>
                <a:latin typeface="Times New Roman"/>
              </a:defRPr>
            </a:lvl1pPr>
          </a:lstStyle>
          <a:p>
            <a:pPr indent="0" algn="r">
              <a:buNone/>
            </a:pPr>
            <a:r>
              <a:rPr b="0" lang="en-IN" sz="1400" spc="-1" strike="noStrike">
                <a:solidFill>
                  <a:srgbClr val="000000"/>
                </a:solidFill>
                <a:latin typeface="Times New Roman"/>
              </a:rPr>
              <a:t>&lt;date/time&gt;</a:t>
            </a:r>
            <a:endParaRPr b="0" lang="en-IN" sz="1400" spc="-1" strike="noStrike">
              <a:solidFill>
                <a:srgbClr val="000000"/>
              </a:solidFill>
              <a:latin typeface="Times New Roman"/>
            </a:endParaRPr>
          </a:p>
        </p:txBody>
      </p:sp>
      <p:sp>
        <p:nvSpPr>
          <p:cNvPr id="448" name="PlaceHolder 5"/>
          <p:cNvSpPr>
            <a:spLocks noGrp="1"/>
          </p:cNvSpPr>
          <p:nvPr>
            <p:ph type="ftr" idx="50"/>
          </p:nvPr>
        </p:nvSpPr>
        <p:spPr>
          <a:xfrm>
            <a:off x="0" y="10157400"/>
            <a:ext cx="3280680" cy="534240"/>
          </a:xfrm>
          <a:prstGeom prst="rect">
            <a:avLst/>
          </a:prstGeom>
          <a:noFill/>
          <a:ln w="0">
            <a:noFill/>
          </a:ln>
        </p:spPr>
        <p:txBody>
          <a:bodyPr lIns="0" rIns="0" tIns="0" bIns="0" anchor="b">
            <a:noAutofit/>
          </a:bodyPr>
          <a:lstStyle>
            <a:lvl1pPr indent="0">
              <a:buNone/>
              <a:defRPr b="0" lang="en-IN" sz="1400" spc="-1" strike="noStrike">
                <a:solidFill>
                  <a:srgbClr val="000000"/>
                </a:solidFill>
                <a:latin typeface="Times New Roman"/>
              </a:defRPr>
            </a:lvl1pPr>
          </a:lstStyle>
          <a:p>
            <a:pPr indent="0">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449" name="PlaceHolder 6"/>
          <p:cNvSpPr>
            <a:spLocks noGrp="1"/>
          </p:cNvSpPr>
          <p:nvPr>
            <p:ph type="sldNum" idx="51"/>
          </p:nvPr>
        </p:nvSpPr>
        <p:spPr>
          <a:xfrm>
            <a:off x="4278960" y="10157400"/>
            <a:ext cx="3280680" cy="534240"/>
          </a:xfrm>
          <a:prstGeom prst="rect">
            <a:avLst/>
          </a:prstGeom>
          <a:noFill/>
          <a:ln w="0">
            <a:noFill/>
          </a:ln>
        </p:spPr>
        <p:txBody>
          <a:bodyPr lIns="0" rIns="0" tIns="0" bIns="0" anchor="b">
            <a:noAutofit/>
          </a:bodyPr>
          <a:lstStyle>
            <a:lvl1pPr indent="0" algn="r">
              <a:buNone/>
              <a:defRPr b="0" lang="en-IN" sz="1400" spc="-1" strike="noStrike">
                <a:solidFill>
                  <a:srgbClr val="000000"/>
                </a:solidFill>
                <a:latin typeface="Times New Roman"/>
              </a:defRPr>
            </a:lvl1pPr>
          </a:lstStyle>
          <a:p>
            <a:pPr indent="0" algn="r">
              <a:buNone/>
            </a:pPr>
            <a:fld id="{6508C84A-54B6-4B52-BAE5-07082B3421CF}" type="slidenum">
              <a:rPr b="0" lang="en-IN" sz="1400" spc="-1" strike="noStrike">
                <a:solidFill>
                  <a:srgbClr val="000000"/>
                </a:solidFill>
                <a:latin typeface="Times New Roman"/>
              </a:rPr>
              <a:t>&lt;number&gt;</a:t>
            </a:fld>
            <a:endParaRPr b="0" lang="en-IN"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7" name="PlaceHolder 1"/>
          <p:cNvSpPr>
            <a:spLocks noGrp="1"/>
          </p:cNvSpPr>
          <p:nvPr>
            <p:ph type="sldImg"/>
          </p:nvPr>
        </p:nvSpPr>
        <p:spPr>
          <a:xfrm>
            <a:off x="685800" y="1143000"/>
            <a:ext cx="5486040" cy="3085920"/>
          </a:xfrm>
          <a:prstGeom prst="rect">
            <a:avLst/>
          </a:prstGeom>
          <a:ln w="0">
            <a:noFill/>
          </a:ln>
        </p:spPr>
      </p:sp>
      <p:sp>
        <p:nvSpPr>
          <p:cNvPr id="53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IN" sz="1800" spc="-1" strike="noStrike">
              <a:solidFill>
                <a:srgbClr val="000000"/>
              </a:solidFill>
              <a:latin typeface="Arial"/>
            </a:endParaRPr>
          </a:p>
        </p:txBody>
      </p:sp>
      <p:sp>
        <p:nvSpPr>
          <p:cNvPr id="539" name="PlaceHolder 3"/>
          <p:cNvSpPr>
            <a:spLocks noGrp="1"/>
          </p:cNvSpPr>
          <p:nvPr>
            <p:ph type="sldNum" idx="5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479F225-DF2F-4B42-8E5C-6A4DE34ECF4D}" type="slidenum">
              <a:rPr b="0" lang="en-US" sz="1200" spc="-1" strike="noStrike">
                <a:solidFill>
                  <a:srgbClr val="000000"/>
                </a:solidFill>
                <a:latin typeface="Times New Roman"/>
              </a:rPr>
              <a:t>&lt;number&gt;</a:t>
            </a:fld>
            <a:endParaRPr b="0" lang="en-IN"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29" name="PlaceHolder 1"/>
          <p:cNvSpPr>
            <a:spLocks noGrp="1"/>
          </p:cNvSpPr>
          <p:nvPr>
            <p:ph type="title"/>
          </p:nvPr>
        </p:nvSpPr>
        <p:spPr>
          <a:xfrm>
            <a:off x="432000" y="647640"/>
            <a:ext cx="11339640" cy="69984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Trebuchet MS"/>
            </a:endParaRPr>
          </a:p>
        </p:txBody>
      </p:sp>
      <p:sp>
        <p:nvSpPr>
          <p:cNvPr id="30" name="PlaceHolder 2"/>
          <p:cNvSpPr>
            <a:spLocks noGrp="1"/>
          </p:cNvSpPr>
          <p:nvPr>
            <p:ph type="subTitle"/>
          </p:nvPr>
        </p:nvSpPr>
        <p:spPr>
          <a:xfrm>
            <a:off x="5353560" y="2511720"/>
            <a:ext cx="1484640" cy="1367640"/>
          </a:xfrm>
          <a:prstGeom prst="rect">
            <a:avLst/>
          </a:prstGeom>
          <a:noFill/>
          <a:ln w="0">
            <a:noFill/>
          </a:ln>
        </p:spPr>
        <p:txBody>
          <a:bodyPr lIns="0" rIns="0" tIns="0" bIns="0" anchor="ctr">
            <a:noAutofit/>
          </a:bodyPr>
          <a:p>
            <a:pPr indent="0" algn="ctr">
              <a:buNone/>
            </a:pPr>
            <a:endParaRPr b="0" lang="en-IN"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0B9F584A-BCA1-4915-A6E7-141552CEB619}" type="slidenum">
              <a:t>&lt;#&gt;</a:t>
            </a:fld>
          </a:p>
        </p:txBody>
      </p:sp>
      <p:sp>
        <p:nvSpPr>
          <p:cNvPr id="6" name="PlaceHolder 5"/>
          <p:cNvSpPr>
            <a:spLocks noGrp="1"/>
          </p:cNvSpPr>
          <p:nvPr>
            <p:ph type="dt" idx="1"/>
          </p:nvPr>
        </p:nvSpPr>
        <p:spPr/>
        <p:txBody>
          <a:bodyPr/>
          <a:p>
            <a:r>
              <a:rPr lang="en-IN"/>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Caption">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84C8B9EE-6976-4A5E-84C9-90DA910970E0}" type="slidenum">
              <a:t>&lt;#&gt;</a:t>
            </a:fld>
          </a:p>
        </p:txBody>
      </p:sp>
      <p:sp>
        <p:nvSpPr>
          <p:cNvPr id="4" name="PlaceHolder 3"/>
          <p:cNvSpPr>
            <a:spLocks noGrp="1"/>
          </p:cNvSpPr>
          <p:nvPr>
            <p:ph type="dt" idx="4"/>
          </p:nvPr>
        </p:nvSpPr>
        <p:spPr/>
        <p:txBody>
          <a:bodyPr/>
          <a:p>
            <a:r>
              <a:rPr lang="en-IN"/>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with Caption">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A5E08ADE-7CE2-4D15-9EF2-8C8982FBF4ED}" type="slidenum">
              <a:t>&lt;#&gt;</a:t>
            </a:fld>
          </a:p>
        </p:txBody>
      </p:sp>
      <p:sp>
        <p:nvSpPr>
          <p:cNvPr id="4" name="PlaceHolder 3"/>
          <p:cNvSpPr>
            <a:spLocks noGrp="1"/>
          </p:cNvSpPr>
          <p:nvPr>
            <p:ph type="dt" idx="7"/>
          </p:nvPr>
        </p:nvSpPr>
        <p:spPr/>
        <p:txBody>
          <a:bodyPr/>
          <a:p>
            <a:r>
              <a:rPr lang="en-IN"/>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Name Card">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p>
            <a:r>
              <a:t>Footer</a:t>
            </a:r>
          </a:p>
        </p:txBody>
      </p:sp>
      <p:sp>
        <p:nvSpPr>
          <p:cNvPr id="3" name="PlaceHolder 2"/>
          <p:cNvSpPr>
            <a:spLocks noGrp="1"/>
          </p:cNvSpPr>
          <p:nvPr>
            <p:ph type="sldNum" idx="12"/>
          </p:nvPr>
        </p:nvSpPr>
        <p:spPr/>
        <p:txBody>
          <a:bodyPr/>
          <a:p>
            <a:fld id="{DC9939E3-1D4F-4EF5-9FCC-EE4E59A45AC1}" type="slidenum">
              <a:t>&lt;#&gt;</a:t>
            </a:fld>
          </a:p>
        </p:txBody>
      </p:sp>
      <p:sp>
        <p:nvSpPr>
          <p:cNvPr id="4" name="PlaceHolder 3"/>
          <p:cNvSpPr>
            <a:spLocks noGrp="1"/>
          </p:cNvSpPr>
          <p:nvPr>
            <p:ph type="dt" idx="10"/>
          </p:nvPr>
        </p:nvSpPr>
        <p:spPr/>
        <p:txBody>
          <a:bodyPr/>
          <a:p>
            <a:r>
              <a:rPr lang="en-IN"/>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Name Card">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66DF6751-E734-493B-A5B4-E00F3026ABC1}" type="slidenum">
              <a:t>&lt;#&gt;</a:t>
            </a:fld>
          </a:p>
        </p:txBody>
      </p:sp>
      <p:sp>
        <p:nvSpPr>
          <p:cNvPr id="4" name="PlaceHolder 3"/>
          <p:cNvSpPr>
            <a:spLocks noGrp="1"/>
          </p:cNvSpPr>
          <p:nvPr>
            <p:ph type="dt" idx="13"/>
          </p:nvPr>
        </p:nvSpPr>
        <p:spPr/>
        <p:txBody>
          <a:bodyPr/>
          <a:p>
            <a:r>
              <a:rPr lang="en-IN"/>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rue or False">
    <p:spTree>
      <p:nvGrpSpPr>
        <p:cNvPr id="1" name=""/>
        <p:cNvGrpSpPr/>
        <p:nvPr/>
      </p:nvGrpSpPr>
      <p:grpSpPr>
        <a:xfrm>
          <a:off x="0" y="0"/>
          <a:ext cx="0" cy="0"/>
          <a:chOff x="0" y="0"/>
          <a:chExt cx="0" cy="0"/>
        </a:xfrm>
      </p:grpSpPr>
      <p:sp>
        <p:nvSpPr>
          <p:cNvPr id="2" name="PlaceHolder 1"/>
          <p:cNvSpPr>
            <a:spLocks noGrp="1"/>
          </p:cNvSpPr>
          <p:nvPr>
            <p:ph type="ftr" idx="17"/>
          </p:nvPr>
        </p:nvSpPr>
        <p:spPr/>
        <p:txBody>
          <a:bodyPr/>
          <a:p>
            <a:r>
              <a:t>Footer</a:t>
            </a:r>
          </a:p>
        </p:txBody>
      </p:sp>
      <p:sp>
        <p:nvSpPr>
          <p:cNvPr id="3" name="PlaceHolder 2"/>
          <p:cNvSpPr>
            <a:spLocks noGrp="1"/>
          </p:cNvSpPr>
          <p:nvPr>
            <p:ph type="sldNum" idx="18"/>
          </p:nvPr>
        </p:nvSpPr>
        <p:spPr/>
        <p:txBody>
          <a:bodyPr/>
          <a:p>
            <a:fld id="{1A5F6699-0095-4109-8B07-68C9790E05CF}" type="slidenum">
              <a:t>&lt;#&gt;</a:t>
            </a:fld>
          </a:p>
        </p:txBody>
      </p:sp>
      <p:sp>
        <p:nvSpPr>
          <p:cNvPr id="4" name="PlaceHolder 3"/>
          <p:cNvSpPr>
            <a:spLocks noGrp="1"/>
          </p:cNvSpPr>
          <p:nvPr>
            <p:ph type="dt" idx="16"/>
          </p:nvPr>
        </p:nvSpPr>
        <p:spPr/>
        <p:txBody>
          <a:bodyPr/>
          <a:p>
            <a:r>
              <a:rPr lang="en-IN"/>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0E9F8816-5C66-47FF-9C0E-C6CADD022904}" type="slidenum">
              <a:t>&lt;#&gt;</a:t>
            </a:fld>
          </a:p>
        </p:txBody>
      </p:sp>
      <p:sp>
        <p:nvSpPr>
          <p:cNvPr id="4" name="PlaceHolder 3"/>
          <p:cNvSpPr>
            <a:spLocks noGrp="1"/>
          </p:cNvSpPr>
          <p:nvPr>
            <p:ph type="dt" idx="19"/>
          </p:nvPr>
        </p:nvSpPr>
        <p:spPr/>
        <p:txBody>
          <a:bodyPr/>
          <a:p>
            <a:r>
              <a:rPr lang="en-IN"/>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23"/>
          </p:nvPr>
        </p:nvSpPr>
        <p:spPr/>
        <p:txBody>
          <a:bodyPr/>
          <a:p>
            <a:r>
              <a:t>Footer</a:t>
            </a:r>
          </a:p>
        </p:txBody>
      </p:sp>
      <p:sp>
        <p:nvSpPr>
          <p:cNvPr id="3" name="PlaceHolder 2"/>
          <p:cNvSpPr>
            <a:spLocks noGrp="1"/>
          </p:cNvSpPr>
          <p:nvPr>
            <p:ph type="sldNum" idx="24"/>
          </p:nvPr>
        </p:nvSpPr>
        <p:spPr/>
        <p:txBody>
          <a:bodyPr/>
          <a:p>
            <a:fld id="{51524BF5-7444-4BBE-94B7-594165A87C81}" type="slidenum">
              <a:t>&lt;#&gt;</a:t>
            </a:fld>
          </a:p>
        </p:txBody>
      </p:sp>
      <p:sp>
        <p:nvSpPr>
          <p:cNvPr id="4" name="PlaceHolder 3"/>
          <p:cNvSpPr>
            <a:spLocks noGrp="1"/>
          </p:cNvSpPr>
          <p:nvPr>
            <p:ph type="dt" idx="22"/>
          </p:nvPr>
        </p:nvSpPr>
        <p:spPr/>
        <p:txBody>
          <a:bodyPr/>
          <a:p>
            <a:r>
              <a:rPr lang="en-IN"/>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troduction">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genda">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51" name="PlaceHolder 1"/>
          <p:cNvSpPr>
            <a:spLocks noGrp="1"/>
          </p:cNvSpPr>
          <p:nvPr>
            <p:ph type="title"/>
          </p:nvPr>
        </p:nvSpPr>
        <p:spPr>
          <a:xfrm>
            <a:off x="432000" y="647640"/>
            <a:ext cx="11339640" cy="69984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Trebuchet MS"/>
            </a:endParaRPr>
          </a:p>
        </p:txBody>
      </p:sp>
      <p:sp>
        <p:nvSpPr>
          <p:cNvPr id="252" name="PlaceHolder 2"/>
          <p:cNvSpPr>
            <a:spLocks noGrp="1"/>
          </p:cNvSpPr>
          <p:nvPr>
            <p:ph/>
          </p:nvPr>
        </p:nvSpPr>
        <p:spPr>
          <a:xfrm>
            <a:off x="5353560" y="2555640"/>
            <a:ext cx="1484640" cy="1279800"/>
          </a:xfrm>
          <a:prstGeom prst="rect">
            <a:avLst/>
          </a:prstGeom>
          <a:noFill/>
          <a:ln w="0">
            <a:noFill/>
          </a:ln>
        </p:spPr>
        <p:txBody>
          <a:bodyPr lIns="0" rIns="0" tIns="0" bIns="0" anchor="t">
            <a:normAutofit/>
          </a:bodyPr>
          <a:p>
            <a:pPr indent="0">
              <a:spcBef>
                <a:spcPts val="1417"/>
              </a:spcBef>
              <a:buNone/>
            </a:pPr>
            <a:endParaRPr b="0" lang="en-US" sz="1800" spc="-1" strike="noStrike">
              <a:solidFill>
                <a:schemeClr val="dk1">
                  <a:lumMod val="75000"/>
                  <a:lumOff val="25000"/>
                </a:schemeClr>
              </a:solidFill>
              <a:latin typeface="Trebuchet MS"/>
            </a:endParaRPr>
          </a:p>
        </p:txBody>
      </p:sp>
      <p:sp>
        <p:nvSpPr>
          <p:cNvPr id="4" name="PlaceHolder 3"/>
          <p:cNvSpPr>
            <a:spLocks noGrp="1"/>
          </p:cNvSpPr>
          <p:nvPr>
            <p:ph type="ftr" idx="26"/>
          </p:nvPr>
        </p:nvSpPr>
        <p:spPr/>
        <p:txBody>
          <a:bodyPr/>
          <a:p>
            <a:r>
              <a:t>Footer</a:t>
            </a:r>
          </a:p>
        </p:txBody>
      </p:sp>
      <p:sp>
        <p:nvSpPr>
          <p:cNvPr id="5" name="PlaceHolder 4"/>
          <p:cNvSpPr>
            <a:spLocks noGrp="1"/>
          </p:cNvSpPr>
          <p:nvPr>
            <p:ph type="sldNum" idx="27"/>
          </p:nvPr>
        </p:nvSpPr>
        <p:spPr/>
        <p:txBody>
          <a:bodyPr/>
          <a:p>
            <a:fld id="{95516C6C-8932-482B-8727-25E2896E8E71}" type="slidenum">
              <a:t>&lt;#&gt;</a:t>
            </a:fld>
          </a:p>
        </p:txBody>
      </p:sp>
      <p:sp>
        <p:nvSpPr>
          <p:cNvPr id="6" name="PlaceHolder 5"/>
          <p:cNvSpPr>
            <a:spLocks noGrp="1"/>
          </p:cNvSpPr>
          <p:nvPr>
            <p:ph type="dt" idx="25"/>
          </p:nvPr>
        </p:nvSpPr>
        <p:spPr/>
        <p:txBody>
          <a:bodyPr/>
          <a:p>
            <a:r>
              <a:rPr lang="en-IN"/>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eam">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Custom Layout">
    <p:spTree>
      <p:nvGrpSpPr>
        <p:cNvPr id="1" name=""/>
        <p:cNvGrpSpPr/>
        <p:nvPr/>
      </p:nvGrpSpPr>
      <p:grpSpPr>
        <a:xfrm>
          <a:off x="0" y="0"/>
          <a:ext cx="0" cy="0"/>
          <a:chOff x="0" y="0"/>
          <a:chExt cx="0" cy="0"/>
        </a:xfrm>
      </p:grpSpPr>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415A59DE-EBAE-4E67-8562-19D7CA68BA55}" type="slidenum">
              <a:t>&lt;#&gt;</a:t>
            </a:fld>
          </a:p>
        </p:txBody>
      </p:sp>
      <p:sp>
        <p:nvSpPr>
          <p:cNvPr id="4" name="PlaceHolder 3"/>
          <p:cNvSpPr>
            <a:spLocks noGrp="1"/>
          </p:cNvSpPr>
          <p:nvPr>
            <p:ph type="dt" idx="28"/>
          </p:nvPr>
        </p:nvSpPr>
        <p:spPr/>
        <p:txBody>
          <a:bodyPr/>
          <a:p>
            <a:r>
              <a:rPr lang="en-IN"/>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3" name="PlaceHolder 1"/>
          <p:cNvSpPr>
            <a:spLocks noGrp="1"/>
          </p:cNvSpPr>
          <p:nvPr>
            <p:ph type="title"/>
          </p:nvPr>
        </p:nvSpPr>
        <p:spPr>
          <a:xfrm>
            <a:off x="432000" y="647640"/>
            <a:ext cx="11339640" cy="69984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Trebuchet MS"/>
            </a:endParaRPr>
          </a:p>
        </p:txBody>
      </p:sp>
      <p:sp>
        <p:nvSpPr>
          <p:cNvPr id="344" name="PlaceHolder 2"/>
          <p:cNvSpPr>
            <a:spLocks noGrp="1"/>
          </p:cNvSpPr>
          <p:nvPr>
            <p:ph/>
          </p:nvPr>
        </p:nvSpPr>
        <p:spPr>
          <a:xfrm>
            <a:off x="5353560" y="2555640"/>
            <a:ext cx="724320" cy="1279800"/>
          </a:xfrm>
          <a:prstGeom prst="rect">
            <a:avLst/>
          </a:prstGeom>
          <a:noFill/>
          <a:ln w="0">
            <a:noFill/>
          </a:ln>
        </p:spPr>
        <p:txBody>
          <a:bodyPr lIns="0" rIns="0" tIns="0" bIns="0" anchor="t">
            <a:normAutofit fontScale="75000"/>
          </a:bodyPr>
          <a:p>
            <a:pPr indent="0">
              <a:spcBef>
                <a:spcPts val="1417"/>
              </a:spcBef>
              <a:buNone/>
            </a:pPr>
            <a:endParaRPr b="0" lang="en-US" sz="1800" spc="-1" strike="noStrike">
              <a:solidFill>
                <a:schemeClr val="dk1">
                  <a:lumMod val="75000"/>
                  <a:lumOff val="25000"/>
                </a:schemeClr>
              </a:solidFill>
              <a:latin typeface="Trebuchet MS"/>
            </a:endParaRPr>
          </a:p>
        </p:txBody>
      </p:sp>
      <p:sp>
        <p:nvSpPr>
          <p:cNvPr id="345" name="PlaceHolder 3"/>
          <p:cNvSpPr>
            <a:spLocks noGrp="1"/>
          </p:cNvSpPr>
          <p:nvPr>
            <p:ph/>
          </p:nvPr>
        </p:nvSpPr>
        <p:spPr>
          <a:xfrm>
            <a:off x="6114600" y="2555640"/>
            <a:ext cx="724320" cy="1279800"/>
          </a:xfrm>
          <a:prstGeom prst="rect">
            <a:avLst/>
          </a:prstGeom>
          <a:noFill/>
          <a:ln w="0">
            <a:noFill/>
          </a:ln>
        </p:spPr>
        <p:txBody>
          <a:bodyPr lIns="0" rIns="0" tIns="0" bIns="0" anchor="t">
            <a:normAutofit fontScale="75000"/>
          </a:bodyPr>
          <a:p>
            <a:pPr indent="0">
              <a:spcBef>
                <a:spcPts val="1417"/>
              </a:spcBef>
              <a:buNone/>
            </a:pPr>
            <a:endParaRPr b="0" lang="en-US" sz="1800" spc="-1" strike="noStrike">
              <a:solidFill>
                <a:schemeClr val="dk1">
                  <a:lumMod val="75000"/>
                  <a:lumOff val="25000"/>
                </a:schemeClr>
              </a:solidFill>
              <a:latin typeface="Trebuchet MS"/>
            </a:endParaRPr>
          </a:p>
        </p:txBody>
      </p:sp>
      <p:sp>
        <p:nvSpPr>
          <p:cNvPr id="5" name="PlaceHolder 4"/>
          <p:cNvSpPr>
            <a:spLocks noGrp="1"/>
          </p:cNvSpPr>
          <p:nvPr>
            <p:ph type="ftr" idx="32"/>
          </p:nvPr>
        </p:nvSpPr>
        <p:spPr/>
        <p:txBody>
          <a:bodyPr/>
          <a:p>
            <a:r>
              <a:t>Footer</a:t>
            </a:r>
          </a:p>
        </p:txBody>
      </p:sp>
      <p:sp>
        <p:nvSpPr>
          <p:cNvPr id="6" name="PlaceHolder 5"/>
          <p:cNvSpPr>
            <a:spLocks noGrp="1"/>
          </p:cNvSpPr>
          <p:nvPr>
            <p:ph type="sldNum" idx="33"/>
          </p:nvPr>
        </p:nvSpPr>
        <p:spPr/>
        <p:txBody>
          <a:bodyPr/>
          <a:p>
            <a:fld id="{E44761FA-BAB7-4B1E-9D78-5AD15752DA2B}" type="slidenum">
              <a:t>&lt;#&gt;</a:t>
            </a:fld>
          </a:p>
        </p:txBody>
      </p:sp>
      <p:sp>
        <p:nvSpPr>
          <p:cNvPr id="7" name="PlaceHolder 6"/>
          <p:cNvSpPr>
            <a:spLocks noGrp="1"/>
          </p:cNvSpPr>
          <p:nvPr>
            <p:ph type="dt" idx="31"/>
          </p:nvPr>
        </p:nvSpPr>
        <p:spPr/>
        <p:txBody>
          <a:bodyPr/>
          <a:p>
            <a:r>
              <a:rPr lang="en-IN"/>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35"/>
          </p:nvPr>
        </p:nvSpPr>
        <p:spPr/>
        <p:txBody>
          <a:bodyPr/>
          <a:p>
            <a:r>
              <a:t>Footer</a:t>
            </a:r>
          </a:p>
        </p:txBody>
      </p:sp>
      <p:sp>
        <p:nvSpPr>
          <p:cNvPr id="3" name="PlaceHolder 2"/>
          <p:cNvSpPr>
            <a:spLocks noGrp="1"/>
          </p:cNvSpPr>
          <p:nvPr>
            <p:ph type="sldNum" idx="36"/>
          </p:nvPr>
        </p:nvSpPr>
        <p:spPr/>
        <p:txBody>
          <a:bodyPr/>
          <a:p>
            <a:fld id="{170B4D29-F42B-400C-B193-286B60316379}" type="slidenum">
              <a:t>&lt;#&gt;</a:t>
            </a:fld>
          </a:p>
        </p:txBody>
      </p:sp>
      <p:sp>
        <p:nvSpPr>
          <p:cNvPr id="4" name="PlaceHolder 3"/>
          <p:cNvSpPr>
            <a:spLocks noGrp="1"/>
          </p:cNvSpPr>
          <p:nvPr>
            <p:ph type="dt" idx="34"/>
          </p:nvPr>
        </p:nvSpPr>
        <p:spPr/>
        <p:txBody>
          <a:bodyPr/>
          <a:p>
            <a:r>
              <a:rPr lang="en-IN"/>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6" name="PlaceHolder 1"/>
          <p:cNvSpPr>
            <a:spLocks noGrp="1"/>
          </p:cNvSpPr>
          <p:nvPr>
            <p:ph type="title"/>
          </p:nvPr>
        </p:nvSpPr>
        <p:spPr>
          <a:xfrm>
            <a:off x="432000" y="647640"/>
            <a:ext cx="11339640" cy="69984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Trebuchet MS"/>
            </a:endParaRPr>
          </a:p>
        </p:txBody>
      </p:sp>
      <p:sp>
        <p:nvSpPr>
          <p:cNvPr id="3" name="PlaceHolder 2"/>
          <p:cNvSpPr>
            <a:spLocks noGrp="1"/>
          </p:cNvSpPr>
          <p:nvPr>
            <p:ph type="ftr" idx="38"/>
          </p:nvPr>
        </p:nvSpPr>
        <p:spPr/>
        <p:txBody>
          <a:bodyPr/>
          <a:p>
            <a:r>
              <a:t>Footer</a:t>
            </a:r>
          </a:p>
        </p:txBody>
      </p:sp>
      <p:sp>
        <p:nvSpPr>
          <p:cNvPr id="4" name="PlaceHolder 3"/>
          <p:cNvSpPr>
            <a:spLocks noGrp="1"/>
          </p:cNvSpPr>
          <p:nvPr>
            <p:ph type="sldNum" idx="39"/>
          </p:nvPr>
        </p:nvSpPr>
        <p:spPr/>
        <p:txBody>
          <a:bodyPr/>
          <a:p>
            <a:fld id="{E0406F65-1193-486E-B942-FE8FF5909133}" type="slidenum">
              <a:t>&lt;#&gt;</a:t>
            </a:fld>
          </a:p>
        </p:txBody>
      </p:sp>
      <p:sp>
        <p:nvSpPr>
          <p:cNvPr id="5" name="PlaceHolder 4"/>
          <p:cNvSpPr>
            <a:spLocks noGrp="1"/>
          </p:cNvSpPr>
          <p:nvPr>
            <p:ph type="dt" idx="37"/>
          </p:nvPr>
        </p:nvSpPr>
        <p:spPr/>
        <p:txBody>
          <a:bodyPr/>
          <a:p>
            <a:r>
              <a:rPr lang="en-IN"/>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41"/>
          </p:nvPr>
        </p:nvSpPr>
        <p:spPr/>
        <p:txBody>
          <a:bodyPr/>
          <a:p>
            <a:r>
              <a:t>Footer</a:t>
            </a:r>
          </a:p>
        </p:txBody>
      </p:sp>
      <p:sp>
        <p:nvSpPr>
          <p:cNvPr id="3" name="PlaceHolder 2"/>
          <p:cNvSpPr>
            <a:spLocks noGrp="1"/>
          </p:cNvSpPr>
          <p:nvPr>
            <p:ph type="sldNum" idx="42"/>
          </p:nvPr>
        </p:nvSpPr>
        <p:spPr/>
        <p:txBody>
          <a:bodyPr/>
          <a:p>
            <a:fld id="{336AB7C5-215C-41EE-A286-0A80D8D3AD06}" type="slidenum">
              <a:t>&lt;#&gt;</a:t>
            </a:fld>
          </a:p>
        </p:txBody>
      </p:sp>
      <p:sp>
        <p:nvSpPr>
          <p:cNvPr id="4" name="PlaceHolder 3"/>
          <p:cNvSpPr>
            <a:spLocks noGrp="1"/>
          </p:cNvSpPr>
          <p:nvPr>
            <p:ph type="dt" idx="40"/>
          </p:nvPr>
        </p:nvSpPr>
        <p:spPr/>
        <p:txBody>
          <a:bodyPr/>
          <a:p>
            <a:r>
              <a:rPr lang="en-IN"/>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44"/>
          </p:nvPr>
        </p:nvSpPr>
        <p:spPr/>
        <p:txBody>
          <a:bodyPr/>
          <a:p>
            <a:r>
              <a:t>Footer</a:t>
            </a:r>
          </a:p>
        </p:txBody>
      </p:sp>
      <p:sp>
        <p:nvSpPr>
          <p:cNvPr id="3" name="PlaceHolder 2"/>
          <p:cNvSpPr>
            <a:spLocks noGrp="1"/>
          </p:cNvSpPr>
          <p:nvPr>
            <p:ph type="sldNum" idx="45"/>
          </p:nvPr>
        </p:nvSpPr>
        <p:spPr/>
        <p:txBody>
          <a:bodyPr/>
          <a:p>
            <a:fld id="{DBCD4BC7-5F5B-416E-A075-5D891696FED8}" type="slidenum">
              <a:t>&lt;#&gt;</a:t>
            </a:fld>
          </a:p>
        </p:txBody>
      </p:sp>
      <p:sp>
        <p:nvSpPr>
          <p:cNvPr id="4" name="PlaceHolder 3"/>
          <p:cNvSpPr>
            <a:spLocks noGrp="1"/>
          </p:cNvSpPr>
          <p:nvPr>
            <p:ph type="dt" idx="43"/>
          </p:nvPr>
        </p:nvSpPr>
        <p:spPr/>
        <p:txBody>
          <a:bodyPr/>
          <a:p>
            <a:r>
              <a:rPr lang="en-IN"/>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7A6AA4E4-BA68-4A67-940B-37151E5A798C}" type="slidenum">
              <a:t>&lt;#&gt;</a:t>
            </a:fld>
          </a:p>
        </p:txBody>
      </p:sp>
      <p:sp>
        <p:nvSpPr>
          <p:cNvPr id="4" name="PlaceHolder 3"/>
          <p:cNvSpPr>
            <a:spLocks noGrp="1"/>
          </p:cNvSpPr>
          <p:nvPr>
            <p:ph type="dt" idx="48"/>
          </p:nvPr>
        </p:nvSpPr>
        <p:spPr/>
        <p:txBody>
          <a:bodyPr/>
          <a:p>
            <a:r>
              <a:rPr lang="en-IN"/>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0" name="Group 43"/>
          <p:cNvGrpSpPr/>
          <p:nvPr/>
        </p:nvGrpSpPr>
        <p:grpSpPr>
          <a:xfrm>
            <a:off x="0" y="-8640"/>
            <a:ext cx="12191760" cy="6866640"/>
            <a:chOff x="0" y="-8640"/>
            <a:chExt cx="12191760" cy="6866640"/>
          </a:xfrm>
        </p:grpSpPr>
        <p:cxnSp>
          <p:nvCxnSpPr>
            <p:cNvPr id="1"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2"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3"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5"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6"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7"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8"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9"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0"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11" name="Date Placeholder 3" hidden="1"/>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A4D32796-8AC0-429B-9F15-B8DF4E639CED}"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12" name="Footer Placeholder 4" hidden="1"/>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13" name="Slide Number Placeholder 5" hidden="1"/>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C4A737C1-1B50-4913-9DB1-FF3E762986DD}"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grpSp>
        <p:nvGrpSpPr>
          <p:cNvPr id="14" name="Group 15"/>
          <p:cNvGrpSpPr/>
          <p:nvPr/>
        </p:nvGrpSpPr>
        <p:grpSpPr>
          <a:xfrm>
            <a:off x="0" y="-8640"/>
            <a:ext cx="12191760" cy="6866640"/>
            <a:chOff x="0" y="-8640"/>
            <a:chExt cx="12191760" cy="6866640"/>
          </a:xfrm>
        </p:grpSpPr>
        <p:sp>
          <p:nvSpPr>
            <p:cNvPr id="15" name="Freeform 14"/>
            <p:cNvSpPr/>
            <p:nvPr/>
          </p:nvSpPr>
          <p:spPr>
            <a:xfrm>
              <a:off x="0" y="-7920"/>
              <a:ext cx="863280" cy="5697720"/>
            </a:xfrm>
            <a:custGeom>
              <a:avLst/>
              <a:gdLst>
                <a:gd name="textAreaLeft" fmla="*/ 0 w 863280"/>
                <a:gd name="textAreaRight" fmla="*/ 863640 w 863280"/>
                <a:gd name="textAreaTop" fmla="*/ 0 h 5697720"/>
                <a:gd name="textAreaBottom" fmla="*/ 5698080 h 5697720"/>
              </a:gdLst>
              <a:ahLst/>
              <a:rect l="textAreaLeft" t="textAreaTop" r="textAreaRight" b="textAreaBottom"/>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cxnSp>
          <p:nvCxnSpPr>
            <p:cNvPr id="16" name="Straight Connector 18"/>
            <p:cNvCxnSpPr/>
            <p:nvPr/>
          </p:nvCxnSpPr>
          <p:spPr>
            <a:xfrm>
              <a:off x="9370800" y="0"/>
              <a:ext cx="1219680" cy="6858360"/>
            </a:xfrm>
            <a:prstGeom prst="straightConnector1">
              <a:avLst/>
            </a:prstGeom>
            <a:ln cap="rnd" w="9525">
              <a:solidFill>
                <a:srgbClr val="5fcbef">
                  <a:alpha val="70000"/>
                </a:srgbClr>
              </a:solidFill>
              <a:round/>
            </a:ln>
          </p:spPr>
        </p:cxnSp>
        <p:cxnSp>
          <p:nvCxnSpPr>
            <p:cNvPr id="17" name="Straight Connector 19"/>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18"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9"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0" name="Isosceles Triangle 22"/>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1"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2"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3"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4" name="Isosceles Triangle 26"/>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25" name="PlaceHolder 1"/>
          <p:cNvSpPr>
            <a:spLocks noGrp="1"/>
          </p:cNvSpPr>
          <p:nvPr>
            <p:ph type="title"/>
          </p:nvPr>
        </p:nvSpPr>
        <p:spPr>
          <a:xfrm>
            <a:off x="1506960" y="2404440"/>
            <a:ext cx="7766640" cy="1645920"/>
          </a:xfrm>
          <a:prstGeom prst="rect">
            <a:avLst/>
          </a:prstGeom>
          <a:noFill/>
          <a:ln w="0">
            <a:noFill/>
          </a:ln>
        </p:spPr>
        <p:txBody>
          <a:bodyPr lIns="91440" rIns="91440" tIns="45720" bIns="45720" anchor="b">
            <a:noAutofit/>
          </a:bodyPr>
          <a:p>
            <a:pPr indent="0" algn="r" defTabSz="457200">
              <a:lnSpc>
                <a:spcPct val="100000"/>
              </a:lnSpc>
              <a:buNone/>
            </a:pPr>
            <a:r>
              <a:rPr b="0" lang="en-US" sz="5400" spc="-1" strike="noStrike">
                <a:solidFill>
                  <a:schemeClr val="accent1"/>
                </a:solidFill>
                <a:latin typeface="Trebuchet MS"/>
              </a:rPr>
              <a:t>Click to edit Master title style</a:t>
            </a:r>
            <a:endParaRPr b="0" lang="en-US" sz="5400" spc="-1" strike="noStrike">
              <a:solidFill>
                <a:schemeClr val="dk1"/>
              </a:solidFill>
              <a:latin typeface="Trebuchet MS"/>
            </a:endParaRPr>
          </a:p>
        </p:txBody>
      </p:sp>
      <p:sp>
        <p:nvSpPr>
          <p:cNvPr id="26" name="PlaceHolder 2"/>
          <p:cNvSpPr>
            <a:spLocks noGrp="1"/>
          </p:cNvSpPr>
          <p:nvPr>
            <p:ph type="dt" idx="1"/>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27" name="PlaceHolder 3"/>
          <p:cNvSpPr>
            <a:spLocks noGrp="1"/>
          </p:cNvSpPr>
          <p:nvPr>
            <p:ph type="ftr" idx="2"/>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28" name="PlaceHolder 4"/>
          <p:cNvSpPr>
            <a:spLocks noGrp="1"/>
          </p:cNvSpPr>
          <p:nvPr>
            <p:ph type="sldNum" idx="3"/>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DAF513C4-B14C-41F0-8C66-290928EC18BD}"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1" name="Group 43"/>
          <p:cNvGrpSpPr/>
          <p:nvPr/>
        </p:nvGrpSpPr>
        <p:grpSpPr>
          <a:xfrm>
            <a:off x="0" y="-8640"/>
            <a:ext cx="12191760" cy="6866640"/>
            <a:chOff x="0" y="-8640"/>
            <a:chExt cx="12191760" cy="6866640"/>
          </a:xfrm>
        </p:grpSpPr>
        <p:cxnSp>
          <p:nvCxnSpPr>
            <p:cNvPr id="32"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33"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34"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5"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6"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7"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8"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9"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0"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1"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42"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AA7BA410-6F89-4690-AC77-B92B793D4C4A}"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43"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44"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45E3B41F-7A1F-493D-A45F-7FF05B35C909}"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45" name="PlaceHolder 1"/>
          <p:cNvSpPr>
            <a:spLocks noGrp="1"/>
          </p:cNvSpPr>
          <p:nvPr>
            <p:ph type="title"/>
          </p:nvPr>
        </p:nvSpPr>
        <p:spPr>
          <a:xfrm>
            <a:off x="677160" y="609480"/>
            <a:ext cx="8596440" cy="3403080"/>
          </a:xfrm>
          <a:prstGeom prst="rect">
            <a:avLst/>
          </a:prstGeom>
          <a:noFill/>
          <a:ln w="0">
            <a:noFill/>
          </a:ln>
        </p:spPr>
        <p:txBody>
          <a:bodyPr lIns="91440" rIns="91440" tIns="45720" bIns="45720" anchor="ctr">
            <a:normAutofit/>
          </a:bodyPr>
          <a:p>
            <a:pPr indent="0" defTabSz="457200">
              <a:lnSpc>
                <a:spcPct val="100000"/>
              </a:lnSpc>
              <a:buNone/>
            </a:pPr>
            <a:r>
              <a:rPr b="0" lang="en-US" sz="4400" spc="-1" strike="noStrike">
                <a:solidFill>
                  <a:schemeClr val="accent1"/>
                </a:solidFill>
                <a:latin typeface="Trebuchet MS"/>
              </a:rPr>
              <a:t>Click to edit Master title style</a:t>
            </a:r>
            <a:endParaRPr b="0" lang="en-US" sz="4400" spc="-1" strike="noStrike">
              <a:solidFill>
                <a:schemeClr val="dk1"/>
              </a:solidFill>
              <a:latin typeface="Trebuchet MS"/>
            </a:endParaRPr>
          </a:p>
        </p:txBody>
      </p:sp>
      <p:sp>
        <p:nvSpPr>
          <p:cNvPr id="46" name="PlaceHolder 2"/>
          <p:cNvSpPr>
            <a:spLocks noGrp="1"/>
          </p:cNvSpPr>
          <p:nvPr>
            <p:ph type="body"/>
          </p:nvPr>
        </p:nvSpPr>
        <p:spPr>
          <a:xfrm>
            <a:off x="677160" y="4470480"/>
            <a:ext cx="8596440" cy="1570680"/>
          </a:xfrm>
          <a:prstGeom prst="rect">
            <a:avLst/>
          </a:prstGeom>
          <a:noFill/>
          <a:ln w="0">
            <a:noFill/>
          </a:ln>
        </p:spPr>
        <p:txBody>
          <a:bodyPr lIns="91440" rIns="91440" tIns="45720" bIns="45720" anchor="ctr">
            <a:normAutofit/>
          </a:bodyPr>
          <a:p>
            <a:pPr indent="0" defTabSz="457200">
              <a:lnSpc>
                <a:spcPct val="100000"/>
              </a:lnSpc>
              <a:spcBef>
                <a:spcPts val="1001"/>
              </a:spcBef>
              <a:buNone/>
              <a:tabLst>
                <a:tab algn="l" pos="0"/>
              </a:tabLst>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p:txBody>
      </p:sp>
      <p:sp>
        <p:nvSpPr>
          <p:cNvPr id="47" name="PlaceHolder 3"/>
          <p:cNvSpPr>
            <a:spLocks noGrp="1"/>
          </p:cNvSpPr>
          <p:nvPr>
            <p:ph type="dt" idx="4"/>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48" name="PlaceHolder 4"/>
          <p:cNvSpPr>
            <a:spLocks noGrp="1"/>
          </p:cNvSpPr>
          <p:nvPr>
            <p:ph type="ftr" idx="5"/>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49" name="PlaceHolder 5"/>
          <p:cNvSpPr>
            <a:spLocks noGrp="1"/>
          </p:cNvSpPr>
          <p:nvPr>
            <p:ph type="sldNum" idx="6"/>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C6DABBE5-6D2B-4CA9-8E67-7667B7A017DB}"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50" name="Group 43"/>
          <p:cNvGrpSpPr/>
          <p:nvPr/>
        </p:nvGrpSpPr>
        <p:grpSpPr>
          <a:xfrm>
            <a:off x="0" y="-8640"/>
            <a:ext cx="12191760" cy="6866640"/>
            <a:chOff x="0" y="-8640"/>
            <a:chExt cx="12191760" cy="6866640"/>
          </a:xfrm>
        </p:grpSpPr>
        <p:cxnSp>
          <p:nvCxnSpPr>
            <p:cNvPr id="51"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52"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53"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54"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55"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56"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57"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58"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59"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60"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61"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64BA92D1-B356-47F8-8E56-87224DD5D856}"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62"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63"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81A2965D-A687-4FAE-A88D-47B711477422}"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64" name="PlaceHolder 1"/>
          <p:cNvSpPr>
            <a:spLocks noGrp="1"/>
          </p:cNvSpPr>
          <p:nvPr>
            <p:ph type="title"/>
          </p:nvPr>
        </p:nvSpPr>
        <p:spPr>
          <a:xfrm>
            <a:off x="931320" y="609480"/>
            <a:ext cx="8093880" cy="3022200"/>
          </a:xfrm>
          <a:prstGeom prst="rect">
            <a:avLst/>
          </a:prstGeom>
          <a:noFill/>
          <a:ln w="0">
            <a:noFill/>
          </a:ln>
        </p:spPr>
        <p:txBody>
          <a:bodyPr lIns="91440" rIns="91440" tIns="45720" bIns="45720" anchor="ctr">
            <a:normAutofit/>
          </a:bodyPr>
          <a:p>
            <a:pPr indent="0" defTabSz="457200">
              <a:lnSpc>
                <a:spcPct val="100000"/>
              </a:lnSpc>
              <a:buNone/>
            </a:pPr>
            <a:r>
              <a:rPr b="0" lang="en-US" sz="4400" spc="-1" strike="noStrike">
                <a:solidFill>
                  <a:schemeClr val="accent1"/>
                </a:solidFill>
                <a:latin typeface="Trebuchet MS"/>
              </a:rPr>
              <a:t>Click to edit Master title style</a:t>
            </a:r>
            <a:endParaRPr b="0" lang="en-US" sz="4400" spc="-1" strike="noStrike">
              <a:solidFill>
                <a:schemeClr val="dk1"/>
              </a:solidFill>
              <a:latin typeface="Trebuchet MS"/>
            </a:endParaRPr>
          </a:p>
        </p:txBody>
      </p:sp>
      <p:sp>
        <p:nvSpPr>
          <p:cNvPr id="65" name="PlaceHolder 2"/>
          <p:cNvSpPr>
            <a:spLocks noGrp="1"/>
          </p:cNvSpPr>
          <p:nvPr>
            <p:ph type="body"/>
          </p:nvPr>
        </p:nvSpPr>
        <p:spPr>
          <a:xfrm>
            <a:off x="1366200" y="3632040"/>
            <a:ext cx="7224120" cy="380520"/>
          </a:xfrm>
          <a:prstGeom prst="rect">
            <a:avLst/>
          </a:prstGeom>
          <a:noFill/>
          <a:ln w="0">
            <a:noFill/>
          </a:ln>
        </p:spPr>
        <p:txBody>
          <a:bodyPr lIns="91440" rIns="91440" tIns="45720" bIns="45720" anchor="ctr">
            <a:noAutofit/>
          </a:bodyPr>
          <a:p>
            <a:pPr indent="0" defTabSz="457200">
              <a:lnSpc>
                <a:spcPct val="100000"/>
              </a:lnSpc>
              <a:spcBef>
                <a:spcPts val="1001"/>
              </a:spcBef>
              <a:buNone/>
              <a:tabLst>
                <a:tab algn="l" pos="0"/>
              </a:tabLst>
            </a:pPr>
            <a:r>
              <a:rPr b="0" lang="en-US" sz="1600" spc="-1" strike="noStrike">
                <a:solidFill>
                  <a:schemeClr val="dk1">
                    <a:lumMod val="50000"/>
                    <a:lumOff val="50000"/>
                  </a:schemeClr>
                </a:solidFill>
                <a:latin typeface="Trebuchet MS"/>
              </a:rPr>
              <a:t>Click to edit Master text styles</a:t>
            </a:r>
            <a:endParaRPr b="0" lang="en-US" sz="1600" spc="-1" strike="noStrike">
              <a:solidFill>
                <a:schemeClr val="dk1">
                  <a:lumMod val="75000"/>
                  <a:lumOff val="25000"/>
                </a:schemeClr>
              </a:solidFill>
              <a:latin typeface="Trebuchet MS"/>
            </a:endParaRPr>
          </a:p>
        </p:txBody>
      </p:sp>
      <p:sp>
        <p:nvSpPr>
          <p:cNvPr id="66" name="PlaceHolder 3"/>
          <p:cNvSpPr>
            <a:spLocks noGrp="1"/>
          </p:cNvSpPr>
          <p:nvPr>
            <p:ph type="body"/>
          </p:nvPr>
        </p:nvSpPr>
        <p:spPr>
          <a:xfrm>
            <a:off x="677160" y="4470480"/>
            <a:ext cx="8596440" cy="1570680"/>
          </a:xfrm>
          <a:prstGeom prst="rect">
            <a:avLst/>
          </a:prstGeom>
          <a:noFill/>
          <a:ln w="0">
            <a:noFill/>
          </a:ln>
        </p:spPr>
        <p:txBody>
          <a:bodyPr lIns="91440" rIns="91440" tIns="45720" bIns="45720" anchor="ctr">
            <a:normAutofit/>
          </a:bodyPr>
          <a:p>
            <a:pPr indent="0" defTabSz="457200">
              <a:lnSpc>
                <a:spcPct val="100000"/>
              </a:lnSpc>
              <a:spcBef>
                <a:spcPts val="1001"/>
              </a:spcBef>
              <a:buNone/>
              <a:tabLst>
                <a:tab algn="l" pos="0"/>
              </a:tabLst>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p:txBody>
      </p:sp>
      <p:sp>
        <p:nvSpPr>
          <p:cNvPr id="67" name="PlaceHolder 4"/>
          <p:cNvSpPr>
            <a:spLocks noGrp="1"/>
          </p:cNvSpPr>
          <p:nvPr>
            <p:ph type="dt" idx="7"/>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68" name="PlaceHolder 5"/>
          <p:cNvSpPr>
            <a:spLocks noGrp="1"/>
          </p:cNvSpPr>
          <p:nvPr>
            <p:ph type="ftr" idx="8"/>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69" name="PlaceHolder 6"/>
          <p:cNvSpPr>
            <a:spLocks noGrp="1"/>
          </p:cNvSpPr>
          <p:nvPr>
            <p:ph type="sldNum" idx="9"/>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C9A6B82E-443E-40DE-ADB9-E37192974FF1}"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
        <p:nvSpPr>
          <p:cNvPr id="70" name="TextBox 23"/>
          <p:cNvSpPr/>
          <p:nvPr/>
        </p:nvSpPr>
        <p:spPr>
          <a:xfrm>
            <a:off x="541800" y="790200"/>
            <a:ext cx="609120" cy="584280"/>
          </a:xfrm>
          <a:prstGeom prst="rect">
            <a:avLst/>
          </a:prstGeom>
          <a:noFill/>
          <a:ln w="0">
            <a:noFill/>
          </a:ln>
        </p:spPr>
        <p:style>
          <a:lnRef idx="0"/>
          <a:fillRef idx="0"/>
          <a:effectRef idx="0"/>
          <a:fontRef idx="minor"/>
        </p:style>
        <p:txBody>
          <a:bodyPr anchor="ctr">
            <a:noAutofit/>
          </a:bodyPr>
          <a:p>
            <a:pPr defTabSz="457200">
              <a:lnSpc>
                <a:spcPct val="100000"/>
              </a:lnSpc>
            </a:pPr>
            <a:r>
              <a:rPr b="0" lang="en-US" sz="8000" spc="-1" strike="noStrike">
                <a:solidFill>
                  <a:schemeClr val="accent1">
                    <a:lumMod val="60000"/>
                    <a:lumOff val="40000"/>
                  </a:schemeClr>
                </a:solidFill>
                <a:latin typeface="Arial"/>
              </a:rPr>
              <a:t>“</a:t>
            </a:r>
            <a:endParaRPr b="0" lang="en-IN" sz="8000" spc="-1" strike="noStrike">
              <a:solidFill>
                <a:srgbClr val="000000"/>
              </a:solidFill>
              <a:latin typeface="Arial"/>
            </a:endParaRPr>
          </a:p>
        </p:txBody>
      </p:sp>
      <p:sp>
        <p:nvSpPr>
          <p:cNvPr id="71" name="TextBox 24"/>
          <p:cNvSpPr/>
          <p:nvPr/>
        </p:nvSpPr>
        <p:spPr>
          <a:xfrm>
            <a:off x="8893080" y="2886480"/>
            <a:ext cx="609120" cy="584280"/>
          </a:xfrm>
          <a:prstGeom prst="rect">
            <a:avLst/>
          </a:prstGeom>
          <a:noFill/>
          <a:ln w="0">
            <a:noFill/>
          </a:ln>
        </p:spPr>
        <p:style>
          <a:lnRef idx="0"/>
          <a:fillRef idx="0"/>
          <a:effectRef idx="0"/>
          <a:fontRef idx="minor"/>
        </p:style>
        <p:txBody>
          <a:bodyPr anchor="ctr">
            <a:noAutofit/>
          </a:bodyPr>
          <a:p>
            <a:pPr defTabSz="457200">
              <a:lnSpc>
                <a:spcPct val="100000"/>
              </a:lnSpc>
            </a:pPr>
            <a:r>
              <a:rPr b="0" lang="en-US" sz="8000" spc="-1" strike="noStrike">
                <a:solidFill>
                  <a:schemeClr val="accent1">
                    <a:lumMod val="60000"/>
                    <a:lumOff val="40000"/>
                  </a:schemeClr>
                </a:solidFill>
                <a:latin typeface="Arial"/>
              </a:rPr>
              <a:t>”</a:t>
            </a:r>
            <a:endParaRPr b="0" lang="en-IN" sz="8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72" name="Group 43"/>
          <p:cNvGrpSpPr/>
          <p:nvPr/>
        </p:nvGrpSpPr>
        <p:grpSpPr>
          <a:xfrm>
            <a:off x="0" y="-8640"/>
            <a:ext cx="12191760" cy="6866640"/>
            <a:chOff x="0" y="-8640"/>
            <a:chExt cx="12191760" cy="6866640"/>
          </a:xfrm>
        </p:grpSpPr>
        <p:cxnSp>
          <p:nvCxnSpPr>
            <p:cNvPr id="73"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74"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75"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76"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77"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78"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79"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80"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81"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82"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83"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75A9A0AB-48B3-4463-BF0F-D121256484D7}"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84"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85"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FE555000-FDB8-4993-999C-D048BB083A01}"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86" name="PlaceHolder 1"/>
          <p:cNvSpPr>
            <a:spLocks noGrp="1"/>
          </p:cNvSpPr>
          <p:nvPr>
            <p:ph type="title"/>
          </p:nvPr>
        </p:nvSpPr>
        <p:spPr>
          <a:xfrm>
            <a:off x="677160" y="1932120"/>
            <a:ext cx="8596440" cy="2595240"/>
          </a:xfrm>
          <a:prstGeom prst="rect">
            <a:avLst/>
          </a:prstGeom>
          <a:noFill/>
          <a:ln w="0">
            <a:noFill/>
          </a:ln>
        </p:spPr>
        <p:txBody>
          <a:bodyPr lIns="91440" rIns="91440" tIns="45720" bIns="45720" anchor="b">
            <a:normAutofit/>
          </a:bodyPr>
          <a:p>
            <a:pPr indent="0" defTabSz="457200">
              <a:lnSpc>
                <a:spcPct val="100000"/>
              </a:lnSpc>
              <a:buNone/>
            </a:pPr>
            <a:r>
              <a:rPr b="0" lang="en-US" sz="4400" spc="-1" strike="noStrike">
                <a:solidFill>
                  <a:schemeClr val="accent1"/>
                </a:solidFill>
                <a:latin typeface="Trebuchet MS"/>
              </a:rPr>
              <a:t>Click to edit Master title style</a:t>
            </a:r>
            <a:endParaRPr b="0" lang="en-US" sz="4400" spc="-1" strike="noStrike">
              <a:solidFill>
                <a:schemeClr val="dk1"/>
              </a:solidFill>
              <a:latin typeface="Trebuchet MS"/>
            </a:endParaRPr>
          </a:p>
        </p:txBody>
      </p:sp>
      <p:sp>
        <p:nvSpPr>
          <p:cNvPr id="87" name="PlaceHolder 2"/>
          <p:cNvSpPr>
            <a:spLocks noGrp="1"/>
          </p:cNvSpPr>
          <p:nvPr>
            <p:ph type="body"/>
          </p:nvPr>
        </p:nvSpPr>
        <p:spPr>
          <a:xfrm>
            <a:off x="677160" y="4527360"/>
            <a:ext cx="8596440" cy="151344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p:txBody>
      </p:sp>
      <p:sp>
        <p:nvSpPr>
          <p:cNvPr id="88" name="PlaceHolder 3"/>
          <p:cNvSpPr>
            <a:spLocks noGrp="1"/>
          </p:cNvSpPr>
          <p:nvPr>
            <p:ph type="dt" idx="10"/>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89" name="PlaceHolder 4"/>
          <p:cNvSpPr>
            <a:spLocks noGrp="1"/>
          </p:cNvSpPr>
          <p:nvPr>
            <p:ph type="ftr" idx="11"/>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90" name="PlaceHolder 5"/>
          <p:cNvSpPr>
            <a:spLocks noGrp="1"/>
          </p:cNvSpPr>
          <p:nvPr>
            <p:ph type="sldNum" idx="12"/>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F95E7F46-D0FD-4567-A229-63CE5FEC03F5}"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91" name="Group 43"/>
          <p:cNvGrpSpPr/>
          <p:nvPr/>
        </p:nvGrpSpPr>
        <p:grpSpPr>
          <a:xfrm>
            <a:off x="0" y="-8640"/>
            <a:ext cx="12191760" cy="6866640"/>
            <a:chOff x="0" y="-8640"/>
            <a:chExt cx="12191760" cy="6866640"/>
          </a:xfrm>
        </p:grpSpPr>
        <p:cxnSp>
          <p:nvCxnSpPr>
            <p:cNvPr id="92"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93"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94"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95"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96"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97"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98"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99"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00"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01"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102"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3983FCC9-A9F3-4866-9161-B7FCA8FA9630}"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103"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104"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CA1C1F28-1817-4108-AD5C-F0951E88276F}"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105" name="PlaceHolder 1"/>
          <p:cNvSpPr>
            <a:spLocks noGrp="1"/>
          </p:cNvSpPr>
          <p:nvPr>
            <p:ph type="title"/>
          </p:nvPr>
        </p:nvSpPr>
        <p:spPr>
          <a:xfrm>
            <a:off x="931320" y="609480"/>
            <a:ext cx="8093880" cy="3022200"/>
          </a:xfrm>
          <a:prstGeom prst="rect">
            <a:avLst/>
          </a:prstGeom>
          <a:noFill/>
          <a:ln w="0">
            <a:noFill/>
          </a:ln>
        </p:spPr>
        <p:txBody>
          <a:bodyPr lIns="91440" rIns="91440" tIns="45720" bIns="45720" anchor="ctr">
            <a:normAutofit/>
          </a:bodyPr>
          <a:p>
            <a:pPr indent="0" defTabSz="457200">
              <a:lnSpc>
                <a:spcPct val="100000"/>
              </a:lnSpc>
              <a:buNone/>
            </a:pPr>
            <a:r>
              <a:rPr b="0" lang="en-US" sz="4400" spc="-1" strike="noStrike">
                <a:solidFill>
                  <a:schemeClr val="accent1"/>
                </a:solidFill>
                <a:latin typeface="Trebuchet MS"/>
              </a:rPr>
              <a:t>Click to edit Master title style</a:t>
            </a:r>
            <a:endParaRPr b="0" lang="en-US" sz="4400" spc="-1" strike="noStrike">
              <a:solidFill>
                <a:schemeClr val="dk1"/>
              </a:solidFill>
              <a:latin typeface="Trebuchet MS"/>
            </a:endParaRPr>
          </a:p>
        </p:txBody>
      </p:sp>
      <p:sp>
        <p:nvSpPr>
          <p:cNvPr id="106" name="PlaceHolder 2"/>
          <p:cNvSpPr>
            <a:spLocks noGrp="1"/>
          </p:cNvSpPr>
          <p:nvPr>
            <p:ph type="body"/>
          </p:nvPr>
        </p:nvSpPr>
        <p:spPr>
          <a:xfrm>
            <a:off x="677160" y="4013280"/>
            <a:ext cx="8596440" cy="51372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b="0" lang="en-US" sz="2400" spc="-1" strike="noStrike">
                <a:solidFill>
                  <a:schemeClr val="dk1">
                    <a:lumMod val="75000"/>
                    <a:lumOff val="25000"/>
                  </a:schemeClr>
                </a:solidFill>
                <a:latin typeface="Trebuchet MS"/>
              </a:rPr>
              <a:t>Click to edit Master text styles</a:t>
            </a:r>
            <a:endParaRPr b="0" lang="en-US" sz="2400" spc="-1" strike="noStrike">
              <a:solidFill>
                <a:schemeClr val="dk1">
                  <a:lumMod val="75000"/>
                  <a:lumOff val="25000"/>
                </a:schemeClr>
              </a:solidFill>
              <a:latin typeface="Trebuchet MS"/>
            </a:endParaRPr>
          </a:p>
        </p:txBody>
      </p:sp>
      <p:sp>
        <p:nvSpPr>
          <p:cNvPr id="107" name="PlaceHolder 3"/>
          <p:cNvSpPr>
            <a:spLocks noGrp="1"/>
          </p:cNvSpPr>
          <p:nvPr>
            <p:ph type="body"/>
          </p:nvPr>
        </p:nvSpPr>
        <p:spPr>
          <a:xfrm>
            <a:off x="677160" y="4527360"/>
            <a:ext cx="8596440" cy="151344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b="0" lang="en-US" sz="1800" spc="-1" strike="noStrike">
                <a:solidFill>
                  <a:schemeClr val="dk1">
                    <a:lumMod val="50000"/>
                    <a:lumOff val="50000"/>
                  </a:schemeClr>
                </a:solidFill>
                <a:latin typeface="Trebuchet MS"/>
              </a:rPr>
              <a:t>Click to edit Master text styles</a:t>
            </a:r>
            <a:endParaRPr b="0" lang="en-US" sz="1800" spc="-1" strike="noStrike">
              <a:solidFill>
                <a:schemeClr val="dk1">
                  <a:lumMod val="75000"/>
                  <a:lumOff val="25000"/>
                </a:schemeClr>
              </a:solidFill>
              <a:latin typeface="Trebuchet MS"/>
            </a:endParaRPr>
          </a:p>
        </p:txBody>
      </p:sp>
      <p:sp>
        <p:nvSpPr>
          <p:cNvPr id="108" name="PlaceHolder 4"/>
          <p:cNvSpPr>
            <a:spLocks noGrp="1"/>
          </p:cNvSpPr>
          <p:nvPr>
            <p:ph type="dt" idx="13"/>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109" name="PlaceHolder 5"/>
          <p:cNvSpPr>
            <a:spLocks noGrp="1"/>
          </p:cNvSpPr>
          <p:nvPr>
            <p:ph type="ftr" idx="14"/>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110" name="PlaceHolder 6"/>
          <p:cNvSpPr>
            <a:spLocks noGrp="1"/>
          </p:cNvSpPr>
          <p:nvPr>
            <p:ph type="sldNum" idx="15"/>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9FCEB7CD-DA6D-4AEF-B161-9F998D3673A6}"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
        <p:nvSpPr>
          <p:cNvPr id="111" name="TextBox 23"/>
          <p:cNvSpPr/>
          <p:nvPr/>
        </p:nvSpPr>
        <p:spPr>
          <a:xfrm>
            <a:off x="541800" y="790200"/>
            <a:ext cx="609120" cy="584280"/>
          </a:xfrm>
          <a:prstGeom prst="rect">
            <a:avLst/>
          </a:prstGeom>
          <a:noFill/>
          <a:ln w="0">
            <a:noFill/>
          </a:ln>
        </p:spPr>
        <p:style>
          <a:lnRef idx="0"/>
          <a:fillRef idx="0"/>
          <a:effectRef idx="0"/>
          <a:fontRef idx="minor"/>
        </p:style>
        <p:txBody>
          <a:bodyPr anchor="ctr">
            <a:noAutofit/>
          </a:bodyPr>
          <a:p>
            <a:pPr defTabSz="457200">
              <a:lnSpc>
                <a:spcPct val="100000"/>
              </a:lnSpc>
            </a:pPr>
            <a:r>
              <a:rPr b="0" lang="en-US" sz="8000" spc="-1" strike="noStrike">
                <a:solidFill>
                  <a:schemeClr val="accent1">
                    <a:lumMod val="60000"/>
                    <a:lumOff val="40000"/>
                  </a:schemeClr>
                </a:solidFill>
                <a:latin typeface="Arial"/>
              </a:rPr>
              <a:t>“</a:t>
            </a:r>
            <a:endParaRPr b="0" lang="en-IN" sz="8000" spc="-1" strike="noStrike">
              <a:solidFill>
                <a:srgbClr val="000000"/>
              </a:solidFill>
              <a:latin typeface="Arial"/>
            </a:endParaRPr>
          </a:p>
        </p:txBody>
      </p:sp>
      <p:sp>
        <p:nvSpPr>
          <p:cNvPr id="112" name="TextBox 24"/>
          <p:cNvSpPr/>
          <p:nvPr/>
        </p:nvSpPr>
        <p:spPr>
          <a:xfrm>
            <a:off x="8893080" y="2886480"/>
            <a:ext cx="609120" cy="584280"/>
          </a:xfrm>
          <a:prstGeom prst="rect">
            <a:avLst/>
          </a:prstGeom>
          <a:noFill/>
          <a:ln w="0">
            <a:noFill/>
          </a:ln>
        </p:spPr>
        <p:style>
          <a:lnRef idx="0"/>
          <a:fillRef idx="0"/>
          <a:effectRef idx="0"/>
          <a:fontRef idx="minor"/>
        </p:style>
        <p:txBody>
          <a:bodyPr anchor="ctr">
            <a:noAutofit/>
          </a:bodyPr>
          <a:p>
            <a:pPr defTabSz="457200">
              <a:lnSpc>
                <a:spcPct val="100000"/>
              </a:lnSpc>
            </a:pPr>
            <a:r>
              <a:rPr b="0" lang="en-US" sz="8000" spc="-1" strike="noStrike">
                <a:solidFill>
                  <a:schemeClr val="accent1">
                    <a:lumMod val="60000"/>
                    <a:lumOff val="40000"/>
                  </a:schemeClr>
                </a:solidFill>
                <a:latin typeface="Arial"/>
              </a:rPr>
              <a:t>”</a:t>
            </a:r>
            <a:endParaRPr b="0" lang="en-IN" sz="8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13" name="Group 43"/>
          <p:cNvGrpSpPr/>
          <p:nvPr/>
        </p:nvGrpSpPr>
        <p:grpSpPr>
          <a:xfrm>
            <a:off x="0" y="-8640"/>
            <a:ext cx="12191760" cy="6866640"/>
            <a:chOff x="0" y="-8640"/>
            <a:chExt cx="12191760" cy="6866640"/>
          </a:xfrm>
        </p:grpSpPr>
        <p:cxnSp>
          <p:nvCxnSpPr>
            <p:cNvPr id="114"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115"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116"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17"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18"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19"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20"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21"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22"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23"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124"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3DD3AE95-C46E-4FC8-82E3-182173E9E0B8}"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125"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126"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E4CF278E-22E4-4BE0-9DEC-E52DA92B2948}"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127" name="PlaceHolder 1"/>
          <p:cNvSpPr>
            <a:spLocks noGrp="1"/>
          </p:cNvSpPr>
          <p:nvPr>
            <p:ph type="title"/>
          </p:nvPr>
        </p:nvSpPr>
        <p:spPr>
          <a:xfrm>
            <a:off x="685800" y="609480"/>
            <a:ext cx="8587800" cy="3022200"/>
          </a:xfrm>
          <a:prstGeom prst="rect">
            <a:avLst/>
          </a:prstGeom>
          <a:noFill/>
          <a:ln w="0">
            <a:noFill/>
          </a:ln>
        </p:spPr>
        <p:txBody>
          <a:bodyPr lIns="91440" rIns="91440" tIns="45720" bIns="45720" anchor="ctr">
            <a:normAutofit/>
          </a:bodyPr>
          <a:p>
            <a:pPr indent="0" defTabSz="457200">
              <a:lnSpc>
                <a:spcPct val="100000"/>
              </a:lnSpc>
              <a:buNone/>
            </a:pPr>
            <a:r>
              <a:rPr b="0" lang="en-US" sz="4400" spc="-1" strike="noStrike">
                <a:solidFill>
                  <a:schemeClr val="accent1"/>
                </a:solidFill>
                <a:latin typeface="Trebuchet MS"/>
              </a:rPr>
              <a:t>Click to edit Master title style</a:t>
            </a:r>
            <a:endParaRPr b="0" lang="en-US" sz="4400" spc="-1" strike="noStrike">
              <a:solidFill>
                <a:schemeClr val="dk1"/>
              </a:solidFill>
              <a:latin typeface="Trebuchet MS"/>
            </a:endParaRPr>
          </a:p>
        </p:txBody>
      </p:sp>
      <p:sp>
        <p:nvSpPr>
          <p:cNvPr id="128" name="PlaceHolder 2"/>
          <p:cNvSpPr>
            <a:spLocks noGrp="1"/>
          </p:cNvSpPr>
          <p:nvPr>
            <p:ph type="body"/>
          </p:nvPr>
        </p:nvSpPr>
        <p:spPr>
          <a:xfrm>
            <a:off x="677160" y="4013280"/>
            <a:ext cx="8596440" cy="51372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b="0" lang="en-US" sz="2400" spc="-1" strike="noStrike">
                <a:solidFill>
                  <a:schemeClr val="accent1"/>
                </a:solidFill>
                <a:latin typeface="Trebuchet MS"/>
              </a:rPr>
              <a:t>Click to edit Master text styles</a:t>
            </a:r>
            <a:endParaRPr b="0" lang="en-US" sz="2400" spc="-1" strike="noStrike">
              <a:solidFill>
                <a:schemeClr val="dk1">
                  <a:lumMod val="75000"/>
                  <a:lumOff val="25000"/>
                </a:schemeClr>
              </a:solidFill>
              <a:latin typeface="Trebuchet MS"/>
            </a:endParaRPr>
          </a:p>
        </p:txBody>
      </p:sp>
      <p:sp>
        <p:nvSpPr>
          <p:cNvPr id="129" name="PlaceHolder 3"/>
          <p:cNvSpPr>
            <a:spLocks noGrp="1"/>
          </p:cNvSpPr>
          <p:nvPr>
            <p:ph type="body"/>
          </p:nvPr>
        </p:nvSpPr>
        <p:spPr>
          <a:xfrm>
            <a:off x="677160" y="4527360"/>
            <a:ext cx="8596440" cy="151344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b="0" lang="en-US" sz="1800" spc="-1" strike="noStrike">
                <a:solidFill>
                  <a:schemeClr val="dk1">
                    <a:lumMod val="50000"/>
                    <a:lumOff val="50000"/>
                  </a:schemeClr>
                </a:solidFill>
                <a:latin typeface="Trebuchet MS"/>
              </a:rPr>
              <a:t>Click to edit Master text styles</a:t>
            </a:r>
            <a:endParaRPr b="0" lang="en-US" sz="1800" spc="-1" strike="noStrike">
              <a:solidFill>
                <a:schemeClr val="dk1">
                  <a:lumMod val="75000"/>
                  <a:lumOff val="25000"/>
                </a:schemeClr>
              </a:solidFill>
              <a:latin typeface="Trebuchet MS"/>
            </a:endParaRPr>
          </a:p>
        </p:txBody>
      </p:sp>
      <p:sp>
        <p:nvSpPr>
          <p:cNvPr id="130" name="PlaceHolder 4"/>
          <p:cNvSpPr>
            <a:spLocks noGrp="1"/>
          </p:cNvSpPr>
          <p:nvPr>
            <p:ph type="dt" idx="16"/>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131" name="PlaceHolder 5"/>
          <p:cNvSpPr>
            <a:spLocks noGrp="1"/>
          </p:cNvSpPr>
          <p:nvPr>
            <p:ph type="ftr" idx="17"/>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132" name="PlaceHolder 6"/>
          <p:cNvSpPr>
            <a:spLocks noGrp="1"/>
          </p:cNvSpPr>
          <p:nvPr>
            <p:ph type="sldNum" idx="18"/>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F52DADDB-3581-4E9B-B6DE-FB26EC2EDCD6}"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33" name="Group 43"/>
          <p:cNvGrpSpPr/>
          <p:nvPr/>
        </p:nvGrpSpPr>
        <p:grpSpPr>
          <a:xfrm>
            <a:off x="0" y="-8640"/>
            <a:ext cx="12191760" cy="6866640"/>
            <a:chOff x="0" y="-8640"/>
            <a:chExt cx="12191760" cy="6866640"/>
          </a:xfrm>
        </p:grpSpPr>
        <p:cxnSp>
          <p:nvCxnSpPr>
            <p:cNvPr id="134"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135"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136"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37"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38"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39"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40"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41"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42"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43"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144"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C40917BE-6206-4F93-8524-914D4B87E5E6}"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145"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146"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FBD6E71A-FE6C-4966-A6C0-22F59A3E228F}"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147" name="PlaceHolder 1"/>
          <p:cNvSpPr>
            <a:spLocks noGrp="1"/>
          </p:cNvSpPr>
          <p:nvPr>
            <p:ph type="title"/>
          </p:nvPr>
        </p:nvSpPr>
        <p:spPr>
          <a:xfrm>
            <a:off x="677160" y="609480"/>
            <a:ext cx="8596440" cy="1320480"/>
          </a:xfrm>
          <a:prstGeom prst="rect">
            <a:avLst/>
          </a:prstGeom>
          <a:noFill/>
          <a:ln w="0">
            <a:noFill/>
          </a:ln>
        </p:spPr>
        <p:txBody>
          <a:bodyPr lIns="91440" rIns="91440" tIns="45720" bIns="45720" anchor="t">
            <a:noAutofit/>
          </a:bodyPr>
          <a:p>
            <a:pPr indent="0" defTabSz="457200">
              <a:lnSpc>
                <a:spcPct val="100000"/>
              </a:lnSpc>
              <a:buNone/>
            </a:pPr>
            <a:r>
              <a:rPr b="0" lang="en-US" sz="3600" spc="-1" strike="noStrike">
                <a:solidFill>
                  <a:schemeClr val="accent1"/>
                </a:solidFill>
                <a:latin typeface="Trebuchet MS"/>
              </a:rPr>
              <a:t>Click to edit Master title style</a:t>
            </a:r>
            <a:endParaRPr b="0" lang="en-US" sz="3600" spc="-1" strike="noStrike">
              <a:solidFill>
                <a:schemeClr val="dk1"/>
              </a:solidFill>
              <a:latin typeface="Trebuchet MS"/>
            </a:endParaRPr>
          </a:p>
        </p:txBody>
      </p:sp>
      <p:sp>
        <p:nvSpPr>
          <p:cNvPr id="148" name="PlaceHolder 2"/>
          <p:cNvSpPr>
            <a:spLocks noGrp="1"/>
          </p:cNvSpPr>
          <p:nvPr>
            <p:ph type="body"/>
          </p:nvPr>
        </p:nvSpPr>
        <p:spPr>
          <a:xfrm>
            <a:off x="677160" y="2160720"/>
            <a:ext cx="8596440" cy="3880440"/>
          </a:xfrm>
          <a:prstGeom prst="rect">
            <a:avLst/>
          </a:prstGeom>
          <a:noFill/>
          <a:ln w="0">
            <a:noFill/>
          </a:ln>
        </p:spPr>
        <p:txBody>
          <a:bodyPr lIns="91440" rIns="91440" tIns="45720" bIns="45720" anchor="t" vert="eaVert">
            <a:noAutofit/>
          </a:bodyPr>
          <a:p>
            <a:pPr marL="343080" indent="-343080" defTabSz="457200">
              <a:lnSpc>
                <a:spcPct val="100000"/>
              </a:lnSpc>
              <a:spcBef>
                <a:spcPts val="1001"/>
              </a:spcBef>
              <a:buClr>
                <a:srgbClr val="5fcbef"/>
              </a:buClr>
              <a:buSzPct val="80000"/>
              <a:buFont typeface="Wingdings 3" charset="2"/>
              <a:buChar char=""/>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a:p>
            <a:pPr lvl="1" marL="743040" indent="-285840" defTabSz="457200">
              <a:lnSpc>
                <a:spcPct val="100000"/>
              </a:lnSpc>
              <a:spcBef>
                <a:spcPts val="1001"/>
              </a:spcBef>
              <a:buClr>
                <a:srgbClr val="5fcbef"/>
              </a:buClr>
              <a:buSzPct val="80000"/>
              <a:buFont typeface="Wingdings 3" charset="2"/>
              <a:buChar char=""/>
            </a:pPr>
            <a:r>
              <a:rPr b="0" lang="en-US" sz="1600" spc="-1" strike="noStrike">
                <a:solidFill>
                  <a:schemeClr val="dk1">
                    <a:lumMod val="75000"/>
                    <a:lumOff val="25000"/>
                  </a:schemeClr>
                </a:solidFill>
                <a:latin typeface="Trebuchet MS"/>
              </a:rPr>
              <a:t>Second level</a:t>
            </a:r>
            <a:endParaRPr b="0" lang="en-US" sz="1600" spc="-1" strike="noStrike">
              <a:solidFill>
                <a:schemeClr val="dk1">
                  <a:lumMod val="75000"/>
                  <a:lumOff val="25000"/>
                </a:schemeClr>
              </a:solidFill>
              <a:latin typeface="Trebuchet MS"/>
            </a:endParaRPr>
          </a:p>
          <a:p>
            <a:pPr lvl="2" marL="1143000" indent="-228600" defTabSz="457200">
              <a:lnSpc>
                <a:spcPct val="100000"/>
              </a:lnSpc>
              <a:spcBef>
                <a:spcPts val="1001"/>
              </a:spcBef>
              <a:buClr>
                <a:srgbClr val="5fcbef"/>
              </a:buClr>
              <a:buSzPct val="80000"/>
              <a:buFont typeface="Wingdings 3" charset="2"/>
              <a:buChar char=""/>
            </a:pPr>
            <a:r>
              <a:rPr b="0" lang="en-US" sz="1400" spc="-1" strike="noStrike">
                <a:solidFill>
                  <a:schemeClr val="dk1">
                    <a:lumMod val="75000"/>
                    <a:lumOff val="25000"/>
                  </a:schemeClr>
                </a:solidFill>
                <a:latin typeface="Trebuchet MS"/>
              </a:rPr>
              <a:t>Third level</a:t>
            </a:r>
            <a:endParaRPr b="0" lang="en-US" sz="1400" spc="-1" strike="noStrike">
              <a:solidFill>
                <a:schemeClr val="dk1">
                  <a:lumMod val="75000"/>
                  <a:lumOff val="25000"/>
                </a:schemeClr>
              </a:solidFill>
              <a:latin typeface="Trebuchet MS"/>
            </a:endParaRPr>
          </a:p>
          <a:p>
            <a:pPr lvl="3" marL="16002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Fourth level</a:t>
            </a:r>
            <a:endParaRPr b="0" lang="en-US" sz="1200" spc="-1" strike="noStrike">
              <a:solidFill>
                <a:schemeClr val="dk1">
                  <a:lumMod val="75000"/>
                  <a:lumOff val="25000"/>
                </a:schemeClr>
              </a:solidFill>
              <a:latin typeface="Trebuchet MS"/>
            </a:endParaRPr>
          </a:p>
          <a:p>
            <a:pPr lvl="4" marL="20574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Fifth level</a:t>
            </a:r>
            <a:endParaRPr b="0" lang="en-US" sz="1200" spc="-1" strike="noStrike">
              <a:solidFill>
                <a:schemeClr val="dk1">
                  <a:lumMod val="75000"/>
                  <a:lumOff val="25000"/>
                </a:schemeClr>
              </a:solidFill>
              <a:latin typeface="Trebuchet MS"/>
            </a:endParaRPr>
          </a:p>
        </p:txBody>
      </p:sp>
      <p:sp>
        <p:nvSpPr>
          <p:cNvPr id="149" name="PlaceHolder 3"/>
          <p:cNvSpPr>
            <a:spLocks noGrp="1"/>
          </p:cNvSpPr>
          <p:nvPr>
            <p:ph type="dt" idx="19"/>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150" name="PlaceHolder 4"/>
          <p:cNvSpPr>
            <a:spLocks noGrp="1"/>
          </p:cNvSpPr>
          <p:nvPr>
            <p:ph type="ftr" idx="20"/>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151" name="PlaceHolder 5"/>
          <p:cNvSpPr>
            <a:spLocks noGrp="1"/>
          </p:cNvSpPr>
          <p:nvPr>
            <p:ph type="sldNum" idx="21"/>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6C2F6DE3-E571-4C35-B463-178D9BB3E0EA}"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52" name="Group 43"/>
          <p:cNvGrpSpPr/>
          <p:nvPr/>
        </p:nvGrpSpPr>
        <p:grpSpPr>
          <a:xfrm>
            <a:off x="0" y="-8640"/>
            <a:ext cx="12191760" cy="6866640"/>
            <a:chOff x="0" y="-8640"/>
            <a:chExt cx="12191760" cy="6866640"/>
          </a:xfrm>
        </p:grpSpPr>
        <p:cxnSp>
          <p:nvCxnSpPr>
            <p:cNvPr id="153"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154"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155"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56"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57"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58"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59"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60"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61"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62"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163"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DFF27083-29A2-4816-9266-E075EC082E0D}"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164"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165"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0681274D-1D22-49CE-8C3B-1D5B8446E768}"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166" name="PlaceHolder 1"/>
          <p:cNvSpPr>
            <a:spLocks noGrp="1"/>
          </p:cNvSpPr>
          <p:nvPr>
            <p:ph type="title"/>
          </p:nvPr>
        </p:nvSpPr>
        <p:spPr>
          <a:xfrm>
            <a:off x="7967520" y="609480"/>
            <a:ext cx="1304280" cy="5250960"/>
          </a:xfrm>
          <a:prstGeom prst="rect">
            <a:avLst/>
          </a:prstGeom>
          <a:noFill/>
          <a:ln w="0">
            <a:noFill/>
          </a:ln>
        </p:spPr>
        <p:txBody>
          <a:bodyPr lIns="91440" rIns="91440" tIns="45720" bIns="45720" anchor="ctr" vert="eaVert">
            <a:noAutofit/>
          </a:bodyPr>
          <a:p>
            <a:pPr indent="0" defTabSz="457200">
              <a:lnSpc>
                <a:spcPct val="100000"/>
              </a:lnSpc>
              <a:buNone/>
            </a:pPr>
            <a:r>
              <a:rPr b="0" lang="en-US" sz="3600" spc="-1" strike="noStrike">
                <a:solidFill>
                  <a:schemeClr val="accent1"/>
                </a:solidFill>
                <a:latin typeface="Trebuchet MS"/>
              </a:rPr>
              <a:t>Click to edit Master title style</a:t>
            </a:r>
            <a:endParaRPr b="0" lang="en-US" sz="3600" spc="-1" strike="noStrike">
              <a:solidFill>
                <a:schemeClr val="dk1"/>
              </a:solidFill>
              <a:latin typeface="Trebuchet MS"/>
            </a:endParaRPr>
          </a:p>
        </p:txBody>
      </p:sp>
      <p:sp>
        <p:nvSpPr>
          <p:cNvPr id="167" name="PlaceHolder 2"/>
          <p:cNvSpPr>
            <a:spLocks noGrp="1"/>
          </p:cNvSpPr>
          <p:nvPr>
            <p:ph type="body"/>
          </p:nvPr>
        </p:nvSpPr>
        <p:spPr>
          <a:xfrm>
            <a:off x="677160" y="609480"/>
            <a:ext cx="7059960" cy="5250960"/>
          </a:xfrm>
          <a:prstGeom prst="rect">
            <a:avLst/>
          </a:prstGeom>
          <a:noFill/>
          <a:ln w="0">
            <a:noFill/>
          </a:ln>
        </p:spPr>
        <p:txBody>
          <a:bodyPr lIns="91440" rIns="91440" tIns="45720" bIns="45720" anchor="t" vert="eaVert">
            <a:noAutofit/>
          </a:bodyPr>
          <a:p>
            <a:pPr marL="343080" indent="-343080" defTabSz="457200">
              <a:lnSpc>
                <a:spcPct val="100000"/>
              </a:lnSpc>
              <a:spcBef>
                <a:spcPts val="1001"/>
              </a:spcBef>
              <a:buClr>
                <a:srgbClr val="5fcbef"/>
              </a:buClr>
              <a:buSzPct val="80000"/>
              <a:buFont typeface="Wingdings 3" charset="2"/>
              <a:buChar char=""/>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a:p>
            <a:pPr lvl="1" marL="743040" indent="-285840" defTabSz="457200">
              <a:lnSpc>
                <a:spcPct val="100000"/>
              </a:lnSpc>
              <a:spcBef>
                <a:spcPts val="1001"/>
              </a:spcBef>
              <a:buClr>
                <a:srgbClr val="5fcbef"/>
              </a:buClr>
              <a:buSzPct val="80000"/>
              <a:buFont typeface="Wingdings 3" charset="2"/>
              <a:buChar char=""/>
            </a:pPr>
            <a:r>
              <a:rPr b="0" lang="en-US" sz="1600" spc="-1" strike="noStrike">
                <a:solidFill>
                  <a:schemeClr val="dk1">
                    <a:lumMod val="75000"/>
                    <a:lumOff val="25000"/>
                  </a:schemeClr>
                </a:solidFill>
                <a:latin typeface="Trebuchet MS"/>
              </a:rPr>
              <a:t>Second level</a:t>
            </a:r>
            <a:endParaRPr b="0" lang="en-US" sz="1600" spc="-1" strike="noStrike">
              <a:solidFill>
                <a:schemeClr val="dk1">
                  <a:lumMod val="75000"/>
                  <a:lumOff val="25000"/>
                </a:schemeClr>
              </a:solidFill>
              <a:latin typeface="Trebuchet MS"/>
            </a:endParaRPr>
          </a:p>
          <a:p>
            <a:pPr lvl="2" marL="1143000" indent="-228600" defTabSz="457200">
              <a:lnSpc>
                <a:spcPct val="100000"/>
              </a:lnSpc>
              <a:spcBef>
                <a:spcPts val="1001"/>
              </a:spcBef>
              <a:buClr>
                <a:srgbClr val="5fcbef"/>
              </a:buClr>
              <a:buSzPct val="80000"/>
              <a:buFont typeface="Wingdings 3" charset="2"/>
              <a:buChar char=""/>
            </a:pPr>
            <a:r>
              <a:rPr b="0" lang="en-US" sz="1400" spc="-1" strike="noStrike">
                <a:solidFill>
                  <a:schemeClr val="dk1">
                    <a:lumMod val="75000"/>
                    <a:lumOff val="25000"/>
                  </a:schemeClr>
                </a:solidFill>
                <a:latin typeface="Trebuchet MS"/>
              </a:rPr>
              <a:t>Third level</a:t>
            </a:r>
            <a:endParaRPr b="0" lang="en-US" sz="1400" spc="-1" strike="noStrike">
              <a:solidFill>
                <a:schemeClr val="dk1">
                  <a:lumMod val="75000"/>
                  <a:lumOff val="25000"/>
                </a:schemeClr>
              </a:solidFill>
              <a:latin typeface="Trebuchet MS"/>
            </a:endParaRPr>
          </a:p>
          <a:p>
            <a:pPr lvl="3" marL="16002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Fourth level</a:t>
            </a:r>
            <a:endParaRPr b="0" lang="en-US" sz="1200" spc="-1" strike="noStrike">
              <a:solidFill>
                <a:schemeClr val="dk1">
                  <a:lumMod val="75000"/>
                  <a:lumOff val="25000"/>
                </a:schemeClr>
              </a:solidFill>
              <a:latin typeface="Trebuchet MS"/>
            </a:endParaRPr>
          </a:p>
          <a:p>
            <a:pPr lvl="4" marL="20574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Fifth level</a:t>
            </a:r>
            <a:endParaRPr b="0" lang="en-US" sz="1200" spc="-1" strike="noStrike">
              <a:solidFill>
                <a:schemeClr val="dk1">
                  <a:lumMod val="75000"/>
                  <a:lumOff val="25000"/>
                </a:schemeClr>
              </a:solidFill>
              <a:latin typeface="Trebuchet MS"/>
            </a:endParaRPr>
          </a:p>
        </p:txBody>
      </p:sp>
      <p:sp>
        <p:nvSpPr>
          <p:cNvPr id="168" name="PlaceHolder 3"/>
          <p:cNvSpPr>
            <a:spLocks noGrp="1"/>
          </p:cNvSpPr>
          <p:nvPr>
            <p:ph type="dt" idx="22"/>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169" name="PlaceHolder 4"/>
          <p:cNvSpPr>
            <a:spLocks noGrp="1"/>
          </p:cNvSpPr>
          <p:nvPr>
            <p:ph type="ftr" idx="23"/>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170" name="PlaceHolder 5"/>
          <p:cNvSpPr>
            <a:spLocks noGrp="1"/>
          </p:cNvSpPr>
          <p:nvPr>
            <p:ph type="sldNum" idx="24"/>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8ACF3518-EC11-4370-A3ED-EEE7D904AE3C}"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71" name="Group 43"/>
          <p:cNvGrpSpPr/>
          <p:nvPr/>
        </p:nvGrpSpPr>
        <p:grpSpPr>
          <a:xfrm>
            <a:off x="0" y="-8640"/>
            <a:ext cx="12191760" cy="6866640"/>
            <a:chOff x="0" y="-8640"/>
            <a:chExt cx="12191760" cy="6866640"/>
          </a:xfrm>
        </p:grpSpPr>
        <p:cxnSp>
          <p:nvCxnSpPr>
            <p:cNvPr id="172"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173"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174"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75"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76"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77"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78"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79"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80"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81"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182"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BC60C747-8B28-40DA-945C-1B7B41C9AF26}"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183"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184"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CAE598E7-507D-47F2-A123-3D54507C5173}"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185" name="PlaceHolder 1"/>
          <p:cNvSpPr>
            <a:spLocks noGrp="1"/>
          </p:cNvSpPr>
          <p:nvPr>
            <p:ph type="body"/>
          </p:nvPr>
        </p:nvSpPr>
        <p:spPr>
          <a:xfrm>
            <a:off x="6312960" y="4142160"/>
            <a:ext cx="4220640" cy="86112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b="1" lang="en-US" sz="2000" spc="-1" strike="noStrike">
                <a:solidFill>
                  <a:schemeClr val="accent4"/>
                </a:solidFill>
                <a:latin typeface="Trebuchet MS"/>
              </a:rPr>
              <a:t>Click to edit Master text styles</a:t>
            </a:r>
            <a:endParaRPr b="0" lang="en-US" sz="2000" spc="-1" strike="noStrike">
              <a:solidFill>
                <a:schemeClr val="dk1">
                  <a:lumMod val="75000"/>
                  <a:lumOff val="25000"/>
                </a:schemeClr>
              </a:solidFill>
              <a:latin typeface="Trebuchet MS"/>
            </a:endParaRPr>
          </a:p>
          <a:p>
            <a:pPr marL="743040" indent="-28584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Second level</a:t>
            </a:r>
            <a:endParaRPr b="0" lang="en-US" sz="2000" spc="-1" strike="noStrike">
              <a:solidFill>
                <a:schemeClr val="dk1">
                  <a:lumMod val="75000"/>
                  <a:lumOff val="25000"/>
                </a:schemeClr>
              </a:solidFill>
              <a:latin typeface="Trebuchet MS"/>
            </a:endParaRPr>
          </a:p>
        </p:txBody>
      </p:sp>
      <p:sp>
        <p:nvSpPr>
          <p:cNvPr id="186" name="Hexagon 14"/>
          <p:cNvSpPr/>
          <p:nvPr/>
        </p:nvSpPr>
        <p:spPr>
          <a:xfrm>
            <a:off x="740160" y="1382760"/>
            <a:ext cx="1229040" cy="1059480"/>
          </a:xfrm>
          <a:prstGeom prst="hexagon">
            <a:avLst>
              <a:gd name="adj" fmla="val 25000"/>
              <a:gd name="vf" fmla="val 11547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187" name="Hexagon 15"/>
          <p:cNvSpPr/>
          <p:nvPr/>
        </p:nvSpPr>
        <p:spPr>
          <a:xfrm>
            <a:off x="3755160" y="1194480"/>
            <a:ext cx="1665720" cy="1436040"/>
          </a:xfrm>
          <a:prstGeom prst="hexagon">
            <a:avLst>
              <a:gd name="adj" fmla="val 25000"/>
              <a:gd name="vf" fmla="val 115470"/>
            </a:avLst>
          </a:prstGeom>
          <a:solidFill>
            <a:schemeClr val="accent3"/>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188" name="Hexagon 16"/>
          <p:cNvSpPr/>
          <p:nvPr/>
        </p:nvSpPr>
        <p:spPr>
          <a:xfrm>
            <a:off x="3804840" y="5233320"/>
            <a:ext cx="717840" cy="618840"/>
          </a:xfrm>
          <a:prstGeom prst="hexagon">
            <a:avLst>
              <a:gd name="adj" fmla="val 25000"/>
              <a:gd name="vf" fmla="val 115470"/>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189" name="Hexagon 17"/>
          <p:cNvSpPr/>
          <p:nvPr/>
        </p:nvSpPr>
        <p:spPr>
          <a:xfrm>
            <a:off x="1837800" y="1101240"/>
            <a:ext cx="651240" cy="561240"/>
          </a:xfrm>
          <a:prstGeom prst="hexagon">
            <a:avLst>
              <a:gd name="adj" fmla="val 25000"/>
              <a:gd name="vf" fmla="val 115470"/>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190" name="PlaceHolder 2"/>
          <p:cNvSpPr>
            <a:spLocks noGrp="1"/>
          </p:cNvSpPr>
          <p:nvPr>
            <p:ph type="body"/>
          </p:nvPr>
        </p:nvSpPr>
        <p:spPr>
          <a:xfrm>
            <a:off x="1571400" y="1914120"/>
            <a:ext cx="3993120" cy="3617640"/>
          </a:xfrm>
          <a:prstGeom prst="rect">
            <a:avLst/>
          </a:prstGeom>
          <a:noFill/>
          <a:ln w="0">
            <a:noFill/>
          </a:ln>
        </p:spPr>
        <p:txBody>
          <a:bodyPr lIns="90000" rIns="90000" tIns="45000" bIns="45000" anchor="ctr">
            <a:noAutofit/>
          </a:bodyPr>
          <a:p>
            <a:pPr indent="0" algn="ctr"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
        <p:nvSpPr>
          <p:cNvPr id="191" name="PlaceHolder 3"/>
          <p:cNvSpPr>
            <a:spLocks noGrp="1"/>
          </p:cNvSpPr>
          <p:nvPr>
            <p:ph type="title"/>
          </p:nvPr>
        </p:nvSpPr>
        <p:spPr>
          <a:xfrm>
            <a:off x="6312960" y="2050560"/>
            <a:ext cx="4998240" cy="1748520"/>
          </a:xfrm>
          <a:prstGeom prst="rect">
            <a:avLst/>
          </a:prstGeom>
          <a:noFill/>
          <a:ln w="0">
            <a:noFill/>
          </a:ln>
        </p:spPr>
        <p:txBody>
          <a:bodyPr lIns="91440" rIns="91440" tIns="45720" bIns="45720" anchor="t">
            <a:noAutofit/>
          </a:bodyPr>
          <a:p>
            <a:pPr indent="0" defTabSz="457200">
              <a:lnSpc>
                <a:spcPct val="100000"/>
              </a:lnSpc>
              <a:buNone/>
            </a:pPr>
            <a:r>
              <a:rPr b="0" lang="en-US" sz="2800" spc="-1" strike="noStrike">
                <a:solidFill>
                  <a:schemeClr val="dk1"/>
                </a:solidFill>
                <a:latin typeface="Trebuchet MS"/>
              </a:rPr>
              <a:t>Click to edit Master title style</a:t>
            </a:r>
            <a:endParaRPr b="0" lang="en-US" sz="2800" spc="-1" strike="noStrike">
              <a:solidFill>
                <a:schemeClr val="dk1"/>
              </a:solidFill>
              <a:latin typeface="Trebuchet MS"/>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92" name="Group 43"/>
          <p:cNvGrpSpPr/>
          <p:nvPr/>
        </p:nvGrpSpPr>
        <p:grpSpPr>
          <a:xfrm>
            <a:off x="0" y="-8640"/>
            <a:ext cx="12191760" cy="6866640"/>
            <a:chOff x="0" y="-8640"/>
            <a:chExt cx="12191760" cy="6866640"/>
          </a:xfrm>
        </p:grpSpPr>
        <p:cxnSp>
          <p:nvCxnSpPr>
            <p:cNvPr id="193"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194"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195"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96"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97"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98"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199"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00"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01"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02"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203"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92A87F47-6CB9-4700-8565-5119E582411A}"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204"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205"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469D5F98-2374-4A73-973A-C241F2205BEA}"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206" name="Oval 9"/>
          <p:cNvSpPr/>
          <p:nvPr/>
        </p:nvSpPr>
        <p:spPr>
          <a:xfrm>
            <a:off x="7362720" y="443160"/>
            <a:ext cx="361440" cy="36144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accent5"/>
              </a:solidFill>
              <a:latin typeface="Trebuchet MS"/>
            </a:endParaRPr>
          </a:p>
        </p:txBody>
      </p:sp>
      <p:sp>
        <p:nvSpPr>
          <p:cNvPr id="207" name="Oval 13"/>
          <p:cNvSpPr/>
          <p:nvPr/>
        </p:nvSpPr>
        <p:spPr>
          <a:xfrm>
            <a:off x="11007360" y="5605920"/>
            <a:ext cx="653760" cy="65376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accent5"/>
              </a:solidFill>
              <a:latin typeface="Trebuchet MS"/>
            </a:endParaRPr>
          </a:p>
        </p:txBody>
      </p:sp>
      <p:sp>
        <p:nvSpPr>
          <p:cNvPr id="208" name="Oval 15"/>
          <p:cNvSpPr/>
          <p:nvPr/>
        </p:nvSpPr>
        <p:spPr>
          <a:xfrm>
            <a:off x="10683720" y="6132600"/>
            <a:ext cx="250920" cy="25092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accent5"/>
              </a:solidFill>
              <a:latin typeface="Trebuchet MS"/>
            </a:endParaRPr>
          </a:p>
        </p:txBody>
      </p:sp>
      <p:sp>
        <p:nvSpPr>
          <p:cNvPr id="209" name="PlaceHolder 1"/>
          <p:cNvSpPr>
            <a:spLocks noGrp="1"/>
          </p:cNvSpPr>
          <p:nvPr>
            <p:ph type="body"/>
          </p:nvPr>
        </p:nvSpPr>
        <p:spPr>
          <a:xfrm>
            <a:off x="5733360" y="624240"/>
            <a:ext cx="5855400" cy="5631120"/>
          </a:xfrm>
          <a:prstGeom prst="rect">
            <a:avLst/>
          </a:prstGeom>
          <a:noFill/>
          <a:ln w="0">
            <a:noFill/>
          </a:ln>
        </p:spPr>
        <p:txBody>
          <a:bodyPr lIns="90000" rIns="90000" tIns="45000" bIns="45000" anchor="ctr">
            <a:noAutofit/>
          </a:bodyPr>
          <a:p>
            <a:pPr indent="0" algn="ctr"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
        <p:nvSpPr>
          <p:cNvPr id="210" name="PlaceHolder 2"/>
          <p:cNvSpPr>
            <a:spLocks noGrp="1"/>
          </p:cNvSpPr>
          <p:nvPr>
            <p:ph type="body"/>
          </p:nvPr>
        </p:nvSpPr>
        <p:spPr>
          <a:xfrm>
            <a:off x="660240" y="2044800"/>
            <a:ext cx="4274640" cy="3560400"/>
          </a:xfrm>
          <a:prstGeom prst="rect">
            <a:avLst/>
          </a:prstGeom>
          <a:noFill/>
          <a:ln w="0">
            <a:noFill/>
          </a:ln>
        </p:spPr>
        <p:txBody>
          <a:bodyPr lIns="91440" rIns="91440" tIns="45720" bIns="45720" anchor="t">
            <a:noAutofit/>
          </a:bodyPr>
          <a:p>
            <a:pPr marL="343080" indent="-343080" defTabSz="457200">
              <a:lnSpc>
                <a:spcPct val="150000"/>
              </a:lnSpc>
              <a:spcBef>
                <a:spcPts val="1001"/>
              </a:spcBef>
              <a:buClr>
                <a:srgbClr val="2e946b"/>
              </a:buClr>
              <a:buSzPct val="80000"/>
              <a:buFont typeface="Wingdings" charset="2"/>
              <a:buChar char=""/>
            </a:pPr>
            <a:r>
              <a:rPr b="0" lang="en-US" sz="2000" spc="-1" strike="noStrike">
                <a:solidFill>
                  <a:schemeClr val="dk1">
                    <a:lumMod val="75000"/>
                    <a:lumOff val="25000"/>
                  </a:schemeClr>
                </a:solidFill>
                <a:latin typeface="Trebuchet MS"/>
              </a:rPr>
              <a:t>Click to edit Master text styles</a:t>
            </a:r>
            <a:endParaRPr b="0" lang="en-US" sz="2000" spc="-1" strike="noStrike">
              <a:solidFill>
                <a:schemeClr val="dk1">
                  <a:lumMod val="75000"/>
                  <a:lumOff val="25000"/>
                </a:schemeClr>
              </a:solidFill>
              <a:latin typeface="Trebuchet MS"/>
            </a:endParaRPr>
          </a:p>
        </p:txBody>
      </p:sp>
      <p:sp>
        <p:nvSpPr>
          <p:cNvPr id="211" name="PlaceHolder 3"/>
          <p:cNvSpPr>
            <a:spLocks noGrp="1"/>
          </p:cNvSpPr>
          <p:nvPr>
            <p:ph type="title"/>
          </p:nvPr>
        </p:nvSpPr>
        <p:spPr>
          <a:xfrm>
            <a:off x="660240" y="805320"/>
            <a:ext cx="4274640" cy="830520"/>
          </a:xfrm>
          <a:prstGeom prst="rect">
            <a:avLst/>
          </a:prstGeom>
          <a:noFill/>
          <a:ln w="0">
            <a:noFill/>
          </a:ln>
        </p:spPr>
        <p:txBody>
          <a:bodyPr lIns="91440" rIns="91440" tIns="45720" bIns="45720" anchor="t">
            <a:noAutofit/>
          </a:bodyPr>
          <a:p>
            <a:pPr indent="0" defTabSz="457200">
              <a:lnSpc>
                <a:spcPct val="100000"/>
              </a:lnSpc>
              <a:buNone/>
            </a:pPr>
            <a:r>
              <a:rPr b="1" lang="en-US" sz="4800" spc="-1" strike="noStrike">
                <a:solidFill>
                  <a:schemeClr val="dk1"/>
                </a:solidFill>
                <a:latin typeface="Trebuchet MS"/>
              </a:rPr>
              <a:t>Click to edit Master title style</a:t>
            </a:r>
            <a:endParaRPr b="0" lang="en-US" sz="4800" spc="-1" strike="noStrike">
              <a:solidFill>
                <a:schemeClr val="dk1"/>
              </a:solidFill>
              <a:latin typeface="Trebuchet MS"/>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212" name="Group 43"/>
          <p:cNvGrpSpPr/>
          <p:nvPr/>
        </p:nvGrpSpPr>
        <p:grpSpPr>
          <a:xfrm>
            <a:off x="0" y="-8640"/>
            <a:ext cx="12191760" cy="6866640"/>
            <a:chOff x="0" y="-8640"/>
            <a:chExt cx="12191760" cy="6866640"/>
          </a:xfrm>
        </p:grpSpPr>
        <p:cxnSp>
          <p:nvCxnSpPr>
            <p:cNvPr id="213"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214"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215"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16"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17"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18"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19"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20"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21"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22"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223"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D2AFBDD9-BE0B-402C-BFD7-DD4840A3E5E0}"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224"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225"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66D874D7-0BF7-4474-AE28-0278B46FD7C7}"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226" name="PlaceHolder 1"/>
          <p:cNvSpPr>
            <a:spLocks noGrp="1"/>
          </p:cNvSpPr>
          <p:nvPr>
            <p:ph type="body"/>
          </p:nvPr>
        </p:nvSpPr>
        <p:spPr>
          <a:xfrm>
            <a:off x="660240" y="2044800"/>
            <a:ext cx="4274640" cy="356040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2e946b"/>
              </a:buClr>
              <a:buSzPct val="80000"/>
              <a:buFont typeface="Wingdings" charset="2"/>
              <a:buChar char=""/>
            </a:pPr>
            <a:r>
              <a:rPr b="0" lang="en-US" sz="2000" spc="-1" strike="noStrike">
                <a:solidFill>
                  <a:schemeClr val="dk1">
                    <a:lumMod val="75000"/>
                    <a:lumOff val="25000"/>
                  </a:schemeClr>
                </a:solidFill>
                <a:latin typeface="Trebuchet MS"/>
              </a:rPr>
              <a:t>Click to edit Master text styles</a:t>
            </a:r>
            <a:endParaRPr b="0" lang="en-US" sz="2000" spc="-1" strike="noStrike">
              <a:solidFill>
                <a:schemeClr val="dk1">
                  <a:lumMod val="75000"/>
                  <a:lumOff val="25000"/>
                </a:schemeClr>
              </a:solidFill>
              <a:latin typeface="Trebuchet MS"/>
            </a:endParaRPr>
          </a:p>
        </p:txBody>
      </p:sp>
      <p:sp>
        <p:nvSpPr>
          <p:cNvPr id="227" name="Rectangle 18"/>
          <p:cNvSpPr/>
          <p:nvPr/>
        </p:nvSpPr>
        <p:spPr>
          <a:xfrm>
            <a:off x="9354600" y="5364000"/>
            <a:ext cx="456840" cy="45684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228" name="Rectangle 20"/>
          <p:cNvSpPr/>
          <p:nvPr/>
        </p:nvSpPr>
        <p:spPr>
          <a:xfrm>
            <a:off x="6692760" y="1699920"/>
            <a:ext cx="319320" cy="3193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229" name="Rectangle 22"/>
          <p:cNvSpPr/>
          <p:nvPr/>
        </p:nvSpPr>
        <p:spPr>
          <a:xfrm>
            <a:off x="9354600" y="5897880"/>
            <a:ext cx="179640" cy="17964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230" name="PlaceHolder 2"/>
          <p:cNvSpPr>
            <a:spLocks noGrp="1"/>
          </p:cNvSpPr>
          <p:nvPr>
            <p:ph type="body"/>
          </p:nvPr>
        </p:nvSpPr>
        <p:spPr>
          <a:xfrm>
            <a:off x="7090200" y="786240"/>
            <a:ext cx="4440960" cy="5392800"/>
          </a:xfrm>
          <a:prstGeom prst="rect">
            <a:avLst/>
          </a:prstGeom>
          <a:noFill/>
          <a:ln w="0">
            <a:noFill/>
          </a:ln>
        </p:spPr>
        <p:txBody>
          <a:bodyPr lIns="90000" rIns="90000" tIns="45000" bIns="45000" anchor="ctr">
            <a:noAutofit/>
          </a:bodyPr>
          <a:p>
            <a:pPr indent="0" algn="ctr"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
        <p:nvSpPr>
          <p:cNvPr id="231" name="PlaceHolder 3"/>
          <p:cNvSpPr>
            <a:spLocks noGrp="1"/>
          </p:cNvSpPr>
          <p:nvPr>
            <p:ph type="title"/>
          </p:nvPr>
        </p:nvSpPr>
        <p:spPr>
          <a:xfrm>
            <a:off x="660240" y="805320"/>
            <a:ext cx="4274640" cy="830520"/>
          </a:xfrm>
          <a:prstGeom prst="rect">
            <a:avLst/>
          </a:prstGeom>
          <a:noFill/>
          <a:ln w="0">
            <a:noFill/>
          </a:ln>
        </p:spPr>
        <p:txBody>
          <a:bodyPr lIns="91440" rIns="91440" tIns="45720" bIns="45720" anchor="t">
            <a:noAutofit/>
          </a:bodyPr>
          <a:p>
            <a:pPr indent="0" defTabSz="457200">
              <a:lnSpc>
                <a:spcPct val="100000"/>
              </a:lnSpc>
              <a:buNone/>
            </a:pPr>
            <a:r>
              <a:rPr b="1" lang="en-US" sz="4800" spc="-1" strike="noStrike">
                <a:solidFill>
                  <a:schemeClr val="dk1"/>
                </a:solidFill>
                <a:latin typeface="Trebuchet MS"/>
              </a:rPr>
              <a:t>Click to edit Master title style</a:t>
            </a:r>
            <a:endParaRPr b="0" lang="en-US" sz="4800" spc="-1" strike="noStrike">
              <a:solidFill>
                <a:schemeClr val="dk1"/>
              </a:solidFill>
              <a:latin typeface="Trebuchet MS"/>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232" name="Group 43"/>
          <p:cNvGrpSpPr/>
          <p:nvPr/>
        </p:nvGrpSpPr>
        <p:grpSpPr>
          <a:xfrm>
            <a:off x="0" y="-8640"/>
            <a:ext cx="12191760" cy="6866640"/>
            <a:chOff x="0" y="-8640"/>
            <a:chExt cx="12191760" cy="6866640"/>
          </a:xfrm>
        </p:grpSpPr>
        <p:cxnSp>
          <p:nvCxnSpPr>
            <p:cNvPr id="233"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234"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235"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36"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37"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38"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39"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40"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41"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42"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243"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D3118C1F-15E2-49F8-8281-E3E96B3DB166}"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244"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245"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6D392E75-4BA6-4543-B865-7D2ECCF6D37B}"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246" name="PlaceHolder 1"/>
          <p:cNvSpPr>
            <a:spLocks noGrp="1"/>
          </p:cNvSpPr>
          <p:nvPr>
            <p:ph type="title"/>
          </p:nvPr>
        </p:nvSpPr>
        <p:spPr>
          <a:xfrm>
            <a:off x="677160" y="609480"/>
            <a:ext cx="8596440" cy="1320480"/>
          </a:xfrm>
          <a:prstGeom prst="rect">
            <a:avLst/>
          </a:prstGeom>
          <a:noFill/>
          <a:ln w="0">
            <a:noFill/>
          </a:ln>
        </p:spPr>
        <p:txBody>
          <a:bodyPr lIns="91440" rIns="91440" tIns="45720" bIns="45720" anchor="t">
            <a:noAutofit/>
          </a:bodyPr>
          <a:p>
            <a:pPr indent="0" defTabSz="457200">
              <a:lnSpc>
                <a:spcPct val="100000"/>
              </a:lnSpc>
              <a:buNone/>
            </a:pPr>
            <a:r>
              <a:rPr b="0" lang="en-US" sz="3600" spc="-1" strike="noStrike">
                <a:solidFill>
                  <a:schemeClr val="accent1"/>
                </a:solidFill>
                <a:latin typeface="Trebuchet MS"/>
              </a:rPr>
              <a:t>Click to edit Master title style</a:t>
            </a:r>
            <a:endParaRPr b="0" lang="en-US" sz="3600" spc="-1" strike="noStrike">
              <a:solidFill>
                <a:schemeClr val="dk1"/>
              </a:solidFill>
              <a:latin typeface="Trebuchet MS"/>
            </a:endParaRPr>
          </a:p>
        </p:txBody>
      </p:sp>
      <p:sp>
        <p:nvSpPr>
          <p:cNvPr id="247" name="PlaceHolder 2"/>
          <p:cNvSpPr>
            <a:spLocks noGrp="1"/>
          </p:cNvSpPr>
          <p:nvPr>
            <p:ph type="body"/>
          </p:nvPr>
        </p:nvSpPr>
        <p:spPr>
          <a:xfrm>
            <a:off x="677160" y="2160720"/>
            <a:ext cx="8596440" cy="388044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5fcbef"/>
              </a:buClr>
              <a:buSzPct val="80000"/>
              <a:buFont typeface="Wingdings 3" charset="2"/>
              <a:buChar char=""/>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a:p>
            <a:pPr lvl="1" marL="743040" indent="-285840" defTabSz="457200">
              <a:lnSpc>
                <a:spcPct val="100000"/>
              </a:lnSpc>
              <a:spcBef>
                <a:spcPts val="1001"/>
              </a:spcBef>
              <a:buClr>
                <a:srgbClr val="5fcbef"/>
              </a:buClr>
              <a:buSzPct val="80000"/>
              <a:buFont typeface="Wingdings 3" charset="2"/>
              <a:buChar char=""/>
            </a:pPr>
            <a:r>
              <a:rPr b="0" lang="en-US" sz="1600" spc="-1" strike="noStrike">
                <a:solidFill>
                  <a:schemeClr val="dk1">
                    <a:lumMod val="75000"/>
                    <a:lumOff val="25000"/>
                  </a:schemeClr>
                </a:solidFill>
                <a:latin typeface="Trebuchet MS"/>
              </a:rPr>
              <a:t>Second level</a:t>
            </a:r>
            <a:endParaRPr b="0" lang="en-US" sz="1600" spc="-1" strike="noStrike">
              <a:solidFill>
                <a:schemeClr val="dk1">
                  <a:lumMod val="75000"/>
                  <a:lumOff val="25000"/>
                </a:schemeClr>
              </a:solidFill>
              <a:latin typeface="Trebuchet MS"/>
            </a:endParaRPr>
          </a:p>
          <a:p>
            <a:pPr lvl="2" marL="1143000" indent="-228600" defTabSz="457200">
              <a:lnSpc>
                <a:spcPct val="100000"/>
              </a:lnSpc>
              <a:spcBef>
                <a:spcPts val="1001"/>
              </a:spcBef>
              <a:buClr>
                <a:srgbClr val="5fcbef"/>
              </a:buClr>
              <a:buSzPct val="80000"/>
              <a:buFont typeface="Wingdings 3" charset="2"/>
              <a:buChar char=""/>
            </a:pPr>
            <a:r>
              <a:rPr b="0" lang="en-US" sz="1400" spc="-1" strike="noStrike">
                <a:solidFill>
                  <a:schemeClr val="dk1">
                    <a:lumMod val="75000"/>
                    <a:lumOff val="25000"/>
                  </a:schemeClr>
                </a:solidFill>
                <a:latin typeface="Trebuchet MS"/>
              </a:rPr>
              <a:t>Third level</a:t>
            </a:r>
            <a:endParaRPr b="0" lang="en-US" sz="1400" spc="-1" strike="noStrike">
              <a:solidFill>
                <a:schemeClr val="dk1">
                  <a:lumMod val="75000"/>
                  <a:lumOff val="25000"/>
                </a:schemeClr>
              </a:solidFill>
              <a:latin typeface="Trebuchet MS"/>
            </a:endParaRPr>
          </a:p>
          <a:p>
            <a:pPr lvl="3" marL="16002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Fourth level</a:t>
            </a:r>
            <a:endParaRPr b="0" lang="en-US" sz="1200" spc="-1" strike="noStrike">
              <a:solidFill>
                <a:schemeClr val="dk1">
                  <a:lumMod val="75000"/>
                  <a:lumOff val="25000"/>
                </a:schemeClr>
              </a:solidFill>
              <a:latin typeface="Trebuchet MS"/>
            </a:endParaRPr>
          </a:p>
          <a:p>
            <a:pPr lvl="4" marL="20574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Fifth level</a:t>
            </a:r>
            <a:endParaRPr b="0" lang="en-US" sz="1200" spc="-1" strike="noStrike">
              <a:solidFill>
                <a:schemeClr val="dk1">
                  <a:lumMod val="75000"/>
                  <a:lumOff val="25000"/>
                </a:schemeClr>
              </a:solidFill>
              <a:latin typeface="Trebuchet MS"/>
            </a:endParaRPr>
          </a:p>
        </p:txBody>
      </p:sp>
      <p:sp>
        <p:nvSpPr>
          <p:cNvPr id="248" name="PlaceHolder 3"/>
          <p:cNvSpPr>
            <a:spLocks noGrp="1"/>
          </p:cNvSpPr>
          <p:nvPr>
            <p:ph type="dt" idx="25"/>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249" name="PlaceHolder 4"/>
          <p:cNvSpPr>
            <a:spLocks noGrp="1"/>
          </p:cNvSpPr>
          <p:nvPr>
            <p:ph type="ftr" idx="26"/>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250" name="PlaceHolder 5"/>
          <p:cNvSpPr>
            <a:spLocks noGrp="1"/>
          </p:cNvSpPr>
          <p:nvPr>
            <p:ph type="sldNum" idx="27"/>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4E064C9C-2873-4039-8225-6B00E0D4698F}"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253" name="Group 43"/>
          <p:cNvGrpSpPr/>
          <p:nvPr/>
        </p:nvGrpSpPr>
        <p:grpSpPr>
          <a:xfrm>
            <a:off x="0" y="-8640"/>
            <a:ext cx="12191760" cy="6866640"/>
            <a:chOff x="0" y="-8640"/>
            <a:chExt cx="12191760" cy="6866640"/>
          </a:xfrm>
        </p:grpSpPr>
        <p:cxnSp>
          <p:nvCxnSpPr>
            <p:cNvPr id="254"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255"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256"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57"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58"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59"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60"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61"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62"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63"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264"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EFD16396-4F3D-44F6-BB6A-B45FAA740A62}"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265"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266"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FEE52846-3D4B-4318-8201-4679FB5037F1}"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267" name="PlaceHolder 1"/>
          <p:cNvSpPr>
            <a:spLocks noGrp="1"/>
          </p:cNvSpPr>
          <p:nvPr>
            <p:ph type="body"/>
          </p:nvPr>
        </p:nvSpPr>
        <p:spPr>
          <a:xfrm>
            <a:off x="5353560" y="2555640"/>
            <a:ext cx="1484640" cy="1279800"/>
          </a:xfrm>
          <a:prstGeom prst="rect">
            <a:avLst/>
          </a:prstGeom>
          <a:noFill/>
          <a:ln w="0">
            <a:noFill/>
          </a:ln>
        </p:spPr>
        <p:txBody>
          <a:bodyPr lIns="90000" rIns="90000" tIns="45000" bIns="45000" anchor="ctr">
            <a:noAutofit/>
          </a:bodyPr>
          <a:p>
            <a:pPr indent="0" algn="ctr"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
        <p:nvSpPr>
          <p:cNvPr id="268" name="PlaceHolder 2"/>
          <p:cNvSpPr>
            <a:spLocks noGrp="1"/>
          </p:cNvSpPr>
          <p:nvPr>
            <p:ph type="body"/>
          </p:nvPr>
        </p:nvSpPr>
        <p:spPr>
          <a:xfrm>
            <a:off x="3115800" y="2555640"/>
            <a:ext cx="1484640" cy="1279800"/>
          </a:xfrm>
          <a:prstGeom prst="rect">
            <a:avLst/>
          </a:prstGeom>
          <a:noFill/>
          <a:ln w="0">
            <a:noFill/>
          </a:ln>
        </p:spPr>
        <p:txBody>
          <a:bodyPr lIns="90000" rIns="90000" tIns="45000" bIns="45000" anchor="ctr">
            <a:noAutofit/>
          </a:bodyPr>
          <a:p>
            <a:pPr indent="0" algn="ctr"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
        <p:nvSpPr>
          <p:cNvPr id="269" name="PlaceHolder 3"/>
          <p:cNvSpPr>
            <a:spLocks noGrp="1"/>
          </p:cNvSpPr>
          <p:nvPr>
            <p:ph type="body"/>
          </p:nvPr>
        </p:nvSpPr>
        <p:spPr>
          <a:xfrm>
            <a:off x="7602480" y="2555640"/>
            <a:ext cx="1484640" cy="1279800"/>
          </a:xfrm>
          <a:prstGeom prst="rect">
            <a:avLst/>
          </a:prstGeom>
          <a:noFill/>
          <a:ln w="0">
            <a:noFill/>
          </a:ln>
        </p:spPr>
        <p:txBody>
          <a:bodyPr lIns="90000" rIns="90000" tIns="45000" bIns="45000" anchor="ctr">
            <a:noAutofit/>
          </a:bodyPr>
          <a:p>
            <a:pPr indent="0" algn="ctr"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
        <p:nvSpPr>
          <p:cNvPr id="270" name="PlaceHolder 4"/>
          <p:cNvSpPr>
            <a:spLocks noGrp="1"/>
          </p:cNvSpPr>
          <p:nvPr>
            <p:ph type="body"/>
          </p:nvPr>
        </p:nvSpPr>
        <p:spPr>
          <a:xfrm>
            <a:off x="9839880" y="2555640"/>
            <a:ext cx="1484640" cy="1279800"/>
          </a:xfrm>
          <a:prstGeom prst="rect">
            <a:avLst/>
          </a:prstGeom>
          <a:noFill/>
          <a:ln w="0">
            <a:noFill/>
          </a:ln>
        </p:spPr>
        <p:txBody>
          <a:bodyPr lIns="90000" rIns="90000" tIns="45000" bIns="45000" anchor="ctr">
            <a:noAutofit/>
          </a:bodyPr>
          <a:p>
            <a:pPr indent="0" algn="ctr"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
        <p:nvSpPr>
          <p:cNvPr id="271" name="PlaceHolder 5"/>
          <p:cNvSpPr>
            <a:spLocks noGrp="1"/>
          </p:cNvSpPr>
          <p:nvPr>
            <p:ph type="title"/>
          </p:nvPr>
        </p:nvSpPr>
        <p:spPr>
          <a:xfrm>
            <a:off x="432000" y="647640"/>
            <a:ext cx="11339640" cy="699840"/>
          </a:xfrm>
          <a:prstGeom prst="rect">
            <a:avLst/>
          </a:prstGeom>
          <a:noFill/>
          <a:ln w="0">
            <a:noFill/>
          </a:ln>
        </p:spPr>
        <p:txBody>
          <a:bodyPr lIns="91440" rIns="91440" tIns="45720" bIns="45720" anchor="ctr">
            <a:noAutofit/>
          </a:bodyPr>
          <a:p>
            <a:pPr indent="0" algn="ctr" defTabSz="457200">
              <a:lnSpc>
                <a:spcPct val="100000"/>
              </a:lnSpc>
              <a:buNone/>
            </a:pPr>
            <a:r>
              <a:rPr b="1" lang="en-US" sz="4800" spc="-1" strike="noStrike">
                <a:solidFill>
                  <a:schemeClr val="dk1"/>
                </a:solidFill>
                <a:latin typeface="Trebuchet MS"/>
              </a:rPr>
              <a:t>Click to edit Master title style</a:t>
            </a:r>
            <a:endParaRPr b="0" lang="en-US" sz="4800" spc="-1" strike="noStrike">
              <a:solidFill>
                <a:schemeClr val="dk1"/>
              </a:solidFill>
              <a:latin typeface="Trebuchet MS"/>
            </a:endParaRPr>
          </a:p>
        </p:txBody>
      </p:sp>
      <p:sp>
        <p:nvSpPr>
          <p:cNvPr id="272" name="Hexagon 8"/>
          <p:cNvSpPr/>
          <p:nvPr/>
        </p:nvSpPr>
        <p:spPr>
          <a:xfrm>
            <a:off x="546840" y="3467520"/>
            <a:ext cx="457920" cy="394560"/>
          </a:xfrm>
          <a:prstGeom prst="hexagon">
            <a:avLst>
              <a:gd name="adj" fmla="val 25000"/>
              <a:gd name="vf" fmla="val 11547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273" name="Hexagon 9"/>
          <p:cNvSpPr/>
          <p:nvPr/>
        </p:nvSpPr>
        <p:spPr>
          <a:xfrm>
            <a:off x="11113200" y="2394720"/>
            <a:ext cx="358200" cy="308520"/>
          </a:xfrm>
          <a:prstGeom prst="hexagon">
            <a:avLst>
              <a:gd name="adj" fmla="val 25000"/>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274" name="Hexagon 10"/>
          <p:cNvSpPr/>
          <p:nvPr/>
        </p:nvSpPr>
        <p:spPr>
          <a:xfrm>
            <a:off x="10882800" y="2202120"/>
            <a:ext cx="230400" cy="198360"/>
          </a:xfrm>
          <a:prstGeom prst="hexagon">
            <a:avLst>
              <a:gd name="adj" fmla="val 25000"/>
              <a:gd name="vf" fmla="val 115470"/>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275" name="PlaceHolder 6"/>
          <p:cNvSpPr>
            <a:spLocks noGrp="1"/>
          </p:cNvSpPr>
          <p:nvPr>
            <p:ph type="body"/>
          </p:nvPr>
        </p:nvSpPr>
        <p:spPr>
          <a:xfrm>
            <a:off x="546840" y="417276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1" lang="en-US" sz="2000" spc="-1" strike="noStrike">
                <a:solidFill>
                  <a:schemeClr val="accent4"/>
                </a:solidFill>
                <a:latin typeface="Trebuchet MS"/>
              </a:rPr>
              <a:t>Click to edit Master text styles</a:t>
            </a:r>
            <a:endParaRPr b="0" lang="en-US" sz="2000" spc="-1" strike="noStrike">
              <a:solidFill>
                <a:schemeClr val="dk1">
                  <a:lumMod val="75000"/>
                  <a:lumOff val="25000"/>
                </a:schemeClr>
              </a:solidFill>
              <a:latin typeface="Trebuchet MS"/>
            </a:endParaRPr>
          </a:p>
        </p:txBody>
      </p:sp>
      <p:sp>
        <p:nvSpPr>
          <p:cNvPr id="276" name="PlaceHolder 7"/>
          <p:cNvSpPr>
            <a:spLocks noGrp="1"/>
          </p:cNvSpPr>
          <p:nvPr>
            <p:ph type="body"/>
          </p:nvPr>
        </p:nvSpPr>
        <p:spPr>
          <a:xfrm>
            <a:off x="556560" y="458820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0" lang="en-US" sz="1600" spc="-1" strike="noStrike">
                <a:solidFill>
                  <a:schemeClr val="dk1"/>
                </a:solidFill>
                <a:latin typeface="Trebuchet MS"/>
              </a:rPr>
              <a:t>Click to edit Master text styles</a:t>
            </a:r>
            <a:endParaRPr b="0" lang="en-US" sz="1600" spc="-1" strike="noStrike">
              <a:solidFill>
                <a:schemeClr val="dk1">
                  <a:lumMod val="75000"/>
                  <a:lumOff val="25000"/>
                </a:schemeClr>
              </a:solidFill>
              <a:latin typeface="Trebuchet MS"/>
            </a:endParaRPr>
          </a:p>
        </p:txBody>
      </p:sp>
      <p:sp>
        <p:nvSpPr>
          <p:cNvPr id="277" name="PlaceHolder 8"/>
          <p:cNvSpPr>
            <a:spLocks noGrp="1"/>
          </p:cNvSpPr>
          <p:nvPr>
            <p:ph type="body"/>
          </p:nvPr>
        </p:nvSpPr>
        <p:spPr>
          <a:xfrm>
            <a:off x="2789640" y="417276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1" lang="en-US" sz="2000" spc="-1" strike="noStrike">
                <a:solidFill>
                  <a:schemeClr val="accent4"/>
                </a:solidFill>
                <a:latin typeface="Trebuchet MS"/>
              </a:rPr>
              <a:t>Click to edit Master text styles</a:t>
            </a:r>
            <a:endParaRPr b="0" lang="en-US" sz="2000" spc="-1" strike="noStrike">
              <a:solidFill>
                <a:schemeClr val="dk1">
                  <a:lumMod val="75000"/>
                  <a:lumOff val="25000"/>
                </a:schemeClr>
              </a:solidFill>
              <a:latin typeface="Trebuchet MS"/>
            </a:endParaRPr>
          </a:p>
        </p:txBody>
      </p:sp>
      <p:sp>
        <p:nvSpPr>
          <p:cNvPr id="278" name="PlaceHolder 9"/>
          <p:cNvSpPr>
            <a:spLocks noGrp="1"/>
          </p:cNvSpPr>
          <p:nvPr>
            <p:ph type="body"/>
          </p:nvPr>
        </p:nvSpPr>
        <p:spPr>
          <a:xfrm>
            <a:off x="2789640" y="458820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0" lang="en-US" sz="1600" spc="-1" strike="noStrike">
                <a:solidFill>
                  <a:schemeClr val="dk1"/>
                </a:solidFill>
                <a:latin typeface="Trebuchet MS"/>
              </a:rPr>
              <a:t>Click to edit Master text styles</a:t>
            </a:r>
            <a:endParaRPr b="0" lang="en-US" sz="1600" spc="-1" strike="noStrike">
              <a:solidFill>
                <a:schemeClr val="dk1">
                  <a:lumMod val="75000"/>
                  <a:lumOff val="25000"/>
                </a:schemeClr>
              </a:solidFill>
              <a:latin typeface="Trebuchet MS"/>
            </a:endParaRPr>
          </a:p>
        </p:txBody>
      </p:sp>
      <p:sp>
        <p:nvSpPr>
          <p:cNvPr id="279" name="PlaceHolder 10"/>
          <p:cNvSpPr>
            <a:spLocks noGrp="1"/>
          </p:cNvSpPr>
          <p:nvPr>
            <p:ph type="body"/>
          </p:nvPr>
        </p:nvSpPr>
        <p:spPr>
          <a:xfrm>
            <a:off x="5032440" y="417276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1" lang="en-US" sz="2000" spc="-1" strike="noStrike">
                <a:solidFill>
                  <a:schemeClr val="accent4"/>
                </a:solidFill>
                <a:latin typeface="Trebuchet MS"/>
              </a:rPr>
              <a:t>Click to edit Master text styles</a:t>
            </a:r>
            <a:endParaRPr b="0" lang="en-US" sz="2000" spc="-1" strike="noStrike">
              <a:solidFill>
                <a:schemeClr val="dk1">
                  <a:lumMod val="75000"/>
                  <a:lumOff val="25000"/>
                </a:schemeClr>
              </a:solidFill>
              <a:latin typeface="Trebuchet MS"/>
            </a:endParaRPr>
          </a:p>
        </p:txBody>
      </p:sp>
      <p:sp>
        <p:nvSpPr>
          <p:cNvPr id="280" name="PlaceHolder 11"/>
          <p:cNvSpPr>
            <a:spLocks noGrp="1"/>
          </p:cNvSpPr>
          <p:nvPr>
            <p:ph type="body"/>
          </p:nvPr>
        </p:nvSpPr>
        <p:spPr>
          <a:xfrm>
            <a:off x="5029200" y="458820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0" lang="en-US" sz="1600" spc="-1" strike="noStrike">
                <a:solidFill>
                  <a:schemeClr val="dk1"/>
                </a:solidFill>
                <a:latin typeface="Trebuchet MS"/>
              </a:rPr>
              <a:t>Click to edit Master text styles</a:t>
            </a:r>
            <a:endParaRPr b="0" lang="en-US" sz="1600" spc="-1" strike="noStrike">
              <a:solidFill>
                <a:schemeClr val="dk1">
                  <a:lumMod val="75000"/>
                  <a:lumOff val="25000"/>
                </a:schemeClr>
              </a:solidFill>
              <a:latin typeface="Trebuchet MS"/>
            </a:endParaRPr>
          </a:p>
        </p:txBody>
      </p:sp>
      <p:sp>
        <p:nvSpPr>
          <p:cNvPr id="281" name="PlaceHolder 12"/>
          <p:cNvSpPr>
            <a:spLocks noGrp="1"/>
          </p:cNvSpPr>
          <p:nvPr>
            <p:ph type="body"/>
          </p:nvPr>
        </p:nvSpPr>
        <p:spPr>
          <a:xfrm>
            <a:off x="7275240" y="417276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1" lang="en-US" sz="2000" spc="-1" strike="noStrike">
                <a:solidFill>
                  <a:schemeClr val="accent4"/>
                </a:solidFill>
                <a:latin typeface="Trebuchet MS"/>
              </a:rPr>
              <a:t>Click to edit Master text styles</a:t>
            </a:r>
            <a:endParaRPr b="0" lang="en-US" sz="2000" spc="-1" strike="noStrike">
              <a:solidFill>
                <a:schemeClr val="dk1">
                  <a:lumMod val="75000"/>
                  <a:lumOff val="25000"/>
                </a:schemeClr>
              </a:solidFill>
              <a:latin typeface="Trebuchet MS"/>
            </a:endParaRPr>
          </a:p>
        </p:txBody>
      </p:sp>
      <p:sp>
        <p:nvSpPr>
          <p:cNvPr id="282" name="PlaceHolder 13"/>
          <p:cNvSpPr>
            <a:spLocks noGrp="1"/>
          </p:cNvSpPr>
          <p:nvPr>
            <p:ph type="body"/>
          </p:nvPr>
        </p:nvSpPr>
        <p:spPr>
          <a:xfrm>
            <a:off x="7275240" y="458820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0" lang="en-US" sz="1600" spc="-1" strike="noStrike">
                <a:solidFill>
                  <a:schemeClr val="dk1"/>
                </a:solidFill>
                <a:latin typeface="Trebuchet MS"/>
              </a:rPr>
              <a:t>Click to edit Master text styles</a:t>
            </a:r>
            <a:endParaRPr b="0" lang="en-US" sz="1600" spc="-1" strike="noStrike">
              <a:solidFill>
                <a:schemeClr val="dk1">
                  <a:lumMod val="75000"/>
                  <a:lumOff val="25000"/>
                </a:schemeClr>
              </a:solidFill>
              <a:latin typeface="Trebuchet MS"/>
            </a:endParaRPr>
          </a:p>
        </p:txBody>
      </p:sp>
      <p:sp>
        <p:nvSpPr>
          <p:cNvPr id="283" name="PlaceHolder 14"/>
          <p:cNvSpPr>
            <a:spLocks noGrp="1"/>
          </p:cNvSpPr>
          <p:nvPr>
            <p:ph type="body"/>
          </p:nvPr>
        </p:nvSpPr>
        <p:spPr>
          <a:xfrm>
            <a:off x="9518040" y="417276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1" lang="en-US" sz="2000" spc="-1" strike="noStrike">
                <a:solidFill>
                  <a:schemeClr val="accent4"/>
                </a:solidFill>
                <a:latin typeface="Trebuchet MS"/>
              </a:rPr>
              <a:t>Click to edit Master text styles</a:t>
            </a:r>
            <a:endParaRPr b="0" lang="en-US" sz="2000" spc="-1" strike="noStrike">
              <a:solidFill>
                <a:schemeClr val="dk1">
                  <a:lumMod val="75000"/>
                  <a:lumOff val="25000"/>
                </a:schemeClr>
              </a:solidFill>
              <a:latin typeface="Trebuchet MS"/>
            </a:endParaRPr>
          </a:p>
        </p:txBody>
      </p:sp>
      <p:sp>
        <p:nvSpPr>
          <p:cNvPr id="284" name="PlaceHolder 15"/>
          <p:cNvSpPr>
            <a:spLocks noGrp="1"/>
          </p:cNvSpPr>
          <p:nvPr>
            <p:ph type="body"/>
          </p:nvPr>
        </p:nvSpPr>
        <p:spPr>
          <a:xfrm>
            <a:off x="9518040" y="4588200"/>
            <a:ext cx="2139480" cy="343800"/>
          </a:xfrm>
          <a:prstGeom prst="rect">
            <a:avLst/>
          </a:prstGeom>
          <a:noFill/>
          <a:ln w="0">
            <a:noFill/>
          </a:ln>
        </p:spPr>
        <p:txBody>
          <a:bodyPr lIns="91440" rIns="91440" tIns="45720" bIns="45720" anchor="t">
            <a:noAutofit/>
          </a:bodyPr>
          <a:p>
            <a:pPr indent="0" algn="ctr" defTabSz="457200">
              <a:lnSpc>
                <a:spcPct val="100000"/>
              </a:lnSpc>
              <a:spcBef>
                <a:spcPts val="1001"/>
              </a:spcBef>
              <a:buNone/>
              <a:tabLst>
                <a:tab algn="l" pos="0"/>
              </a:tabLst>
            </a:pPr>
            <a:r>
              <a:rPr b="0" lang="en-US" sz="1600" spc="-1" strike="noStrike">
                <a:solidFill>
                  <a:schemeClr val="dk1"/>
                </a:solidFill>
                <a:latin typeface="Trebuchet MS"/>
              </a:rPr>
              <a:t>Click to edit Master text styles</a:t>
            </a:r>
            <a:endParaRPr b="0" lang="en-US" sz="1600" spc="-1" strike="noStrike">
              <a:solidFill>
                <a:schemeClr val="dk1">
                  <a:lumMod val="75000"/>
                  <a:lumOff val="25000"/>
                </a:schemeClr>
              </a:solidFill>
              <a:latin typeface="Trebuchet MS"/>
            </a:endParaRPr>
          </a:p>
        </p:txBody>
      </p:sp>
      <p:sp>
        <p:nvSpPr>
          <p:cNvPr id="285" name="PlaceHolder 16"/>
          <p:cNvSpPr>
            <a:spLocks noGrp="1"/>
          </p:cNvSpPr>
          <p:nvPr>
            <p:ph type="body"/>
          </p:nvPr>
        </p:nvSpPr>
        <p:spPr>
          <a:xfrm>
            <a:off x="878400" y="2555640"/>
            <a:ext cx="1484640" cy="1279800"/>
          </a:xfrm>
          <a:prstGeom prst="rect">
            <a:avLst/>
          </a:prstGeom>
          <a:noFill/>
          <a:ln w="0">
            <a:noFill/>
          </a:ln>
        </p:spPr>
        <p:txBody>
          <a:bodyPr lIns="90000" rIns="90000" tIns="45000" bIns="45000" anchor="ctr">
            <a:noAutofit/>
          </a:bodyPr>
          <a:p>
            <a:pPr indent="0" algn="ctr"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grpSp>
        <p:nvGrpSpPr>
          <p:cNvPr id="286" name="Group 43"/>
          <p:cNvGrpSpPr/>
          <p:nvPr/>
        </p:nvGrpSpPr>
        <p:grpSpPr>
          <a:xfrm>
            <a:off x="0" y="-8640"/>
            <a:ext cx="12191760" cy="6866640"/>
            <a:chOff x="0" y="-8640"/>
            <a:chExt cx="12191760" cy="6866640"/>
          </a:xfrm>
        </p:grpSpPr>
        <p:cxnSp>
          <p:nvCxnSpPr>
            <p:cNvPr id="287"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288"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289"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90"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91"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92"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93"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94"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95"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296"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297" name="Date Placeholder 3" hidden="1"/>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CADA1AEC-927C-48A2-AA64-82851CA7990A}" type="datetime1">
              <a:rPr b="0" lang="en-US" sz="1100" spc="-1" strike="noStrike">
                <a:solidFill>
                  <a:schemeClr val="accent2"/>
                </a:solidFill>
                <a:latin typeface="Trebuchet MS"/>
              </a:rPr>
              <a:t>09/10/2026</a:t>
            </a:fld>
            <a:endParaRPr b="0" lang="en-IN" sz="1100" spc="-1" strike="noStrike">
              <a:solidFill>
                <a:srgbClr val="ffffff"/>
              </a:solidFill>
              <a:latin typeface="Arial"/>
            </a:endParaRPr>
          </a:p>
        </p:txBody>
      </p:sp>
      <p:sp>
        <p:nvSpPr>
          <p:cNvPr id="298" name="Footer Placeholder 4" hidden="1"/>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ffffff"/>
              </a:solidFill>
              <a:latin typeface="Arial"/>
            </a:endParaRPr>
          </a:p>
        </p:txBody>
      </p:sp>
      <p:sp>
        <p:nvSpPr>
          <p:cNvPr id="299" name="Slide Number Placeholder 5" hidden="1"/>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2ECDED09-5873-4080-B6E4-0AAF4FE7B7DD}" type="slidenum">
              <a:rPr b="0" lang="en-US" sz="1100" spc="-1" strike="noStrike">
                <a:solidFill>
                  <a:schemeClr val="accent4"/>
                </a:solidFill>
                <a:latin typeface="Trebuchet MS"/>
              </a:rPr>
              <a:t>&lt;number&gt;</a:t>
            </a:fld>
            <a:endParaRPr b="0" lang="en-IN" sz="1100" spc="-1" strike="noStrike">
              <a:solidFill>
                <a:srgbClr val="ffffff"/>
              </a:solidFill>
              <a:latin typeface="Arial"/>
            </a:endParaRPr>
          </a:p>
        </p:txBody>
      </p:sp>
      <p:sp>
        <p:nvSpPr>
          <p:cNvPr id="300" name="PlaceHolder 1"/>
          <p:cNvSpPr>
            <a:spLocks noGrp="1"/>
          </p:cNvSpPr>
          <p:nvPr>
            <p:ph type="body"/>
          </p:nvPr>
        </p:nvSpPr>
        <p:spPr>
          <a:xfrm>
            <a:off x="0" y="0"/>
            <a:ext cx="12191760" cy="6857640"/>
          </a:xfrm>
          <a:prstGeom prst="rect">
            <a:avLst/>
          </a:prstGeom>
          <a:noFill/>
          <a:ln w="0">
            <a:noFill/>
          </a:ln>
        </p:spPr>
        <p:txBody>
          <a:bodyPr lIns="90000" rIns="90000" tIns="45000" bIns="45000" anchor="t">
            <a:noAutofit/>
          </a:bodyPr>
          <a:p>
            <a:pPr indent="0" defTabSz="457200">
              <a:lnSpc>
                <a:spcPct val="100000"/>
              </a:lnSpc>
              <a:buNone/>
            </a:pPr>
            <a:r>
              <a:rPr b="0" lang="en-US" sz="1800" spc="-1" strike="noStrike">
                <a:solidFill>
                  <a:schemeClr val="dk1"/>
                </a:solidFill>
                <a:latin typeface="Trebuchet MS"/>
              </a:rPr>
              <a:t>Click icon to add picture</a:t>
            </a:r>
            <a:endParaRPr b="0" lang="en-US" sz="1800" spc="-1" strike="noStrike">
              <a:solidFill>
                <a:schemeClr val="dk1">
                  <a:lumMod val="75000"/>
                  <a:lumOff val="25000"/>
                </a:schemeClr>
              </a:solidFill>
              <a:latin typeface="Trebuchet MS"/>
            </a:endParaRPr>
          </a:p>
        </p:txBody>
      </p:sp>
      <p:sp>
        <p:nvSpPr>
          <p:cNvPr id="301" name="Rectangle 1"/>
          <p:cNvSpPr/>
          <p:nvPr/>
        </p:nvSpPr>
        <p:spPr>
          <a:xfrm>
            <a:off x="3718440" y="1181160"/>
            <a:ext cx="4754520" cy="4495320"/>
          </a:xfrm>
          <a:prstGeom prst="rect">
            <a:avLst/>
          </a:prstGeom>
          <a:solidFill>
            <a:schemeClr val="accent5">
              <a:alpha val="40000"/>
            </a:schemeClr>
          </a:solidFill>
          <a:ln cap="rnd" w="60325">
            <a:solidFill>
              <a:srgbClr val="ffffff"/>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Trebuchet MS"/>
            </a:endParaRPr>
          </a:p>
        </p:txBody>
      </p:sp>
      <p:sp>
        <p:nvSpPr>
          <p:cNvPr id="302" name="PlaceHolder 2"/>
          <p:cNvSpPr>
            <a:spLocks noGrp="1"/>
          </p:cNvSpPr>
          <p:nvPr>
            <p:ph type="body"/>
          </p:nvPr>
        </p:nvSpPr>
        <p:spPr>
          <a:xfrm>
            <a:off x="4149000" y="4859640"/>
            <a:ext cx="3924720" cy="490320"/>
          </a:xfrm>
          <a:prstGeom prst="rect">
            <a:avLst/>
          </a:prstGeom>
          <a:noFill/>
          <a:ln w="0">
            <a:noFill/>
          </a:ln>
        </p:spPr>
        <p:txBody>
          <a:bodyPr lIns="91440" rIns="91440" tIns="45720" bIns="45720" anchor="t">
            <a:noAutofit/>
          </a:bodyPr>
          <a:p>
            <a:pPr marL="343080" indent="-343080" algn="r" defTabSz="457200">
              <a:lnSpc>
                <a:spcPct val="100000"/>
              </a:lnSpc>
              <a:spcBef>
                <a:spcPts val="1001"/>
              </a:spcBef>
              <a:buNone/>
              <a:tabLst>
                <a:tab algn="l" pos="0"/>
              </a:tabLst>
            </a:pPr>
            <a:r>
              <a:rPr b="1" lang="en-US" sz="2400" spc="-1" strike="noStrike">
                <a:solidFill>
                  <a:schemeClr val="accent4"/>
                </a:solidFill>
                <a:latin typeface="Calibri"/>
              </a:rPr>
              <a:t>Click to edit text</a:t>
            </a:r>
            <a:endParaRPr b="0" lang="en-US" sz="2400" spc="-1" strike="noStrike">
              <a:solidFill>
                <a:schemeClr val="dk1">
                  <a:lumMod val="75000"/>
                  <a:lumOff val="25000"/>
                </a:schemeClr>
              </a:solidFill>
              <a:latin typeface="Trebuchet MS"/>
            </a:endParaRPr>
          </a:p>
        </p:txBody>
      </p:sp>
      <p:sp>
        <p:nvSpPr>
          <p:cNvPr id="303" name="PlaceHolder 3"/>
          <p:cNvSpPr>
            <a:spLocks noGrp="1"/>
          </p:cNvSpPr>
          <p:nvPr>
            <p:ph type="title"/>
          </p:nvPr>
        </p:nvSpPr>
        <p:spPr>
          <a:xfrm>
            <a:off x="4149000" y="1529640"/>
            <a:ext cx="3924720" cy="1695240"/>
          </a:xfrm>
          <a:prstGeom prst="rect">
            <a:avLst/>
          </a:prstGeom>
          <a:noFill/>
          <a:ln w="0">
            <a:noFill/>
          </a:ln>
        </p:spPr>
        <p:txBody>
          <a:bodyPr lIns="91440" rIns="91440" tIns="45720" bIns="45720" anchor="t">
            <a:noAutofit/>
          </a:bodyPr>
          <a:p>
            <a:pPr indent="0" defTabSz="457200">
              <a:lnSpc>
                <a:spcPct val="100000"/>
              </a:lnSpc>
              <a:spcBef>
                <a:spcPts val="1001"/>
              </a:spcBef>
              <a:buNone/>
            </a:pPr>
            <a:r>
              <a:rPr b="1" lang="en-US" sz="4800" spc="-1" strike="noStrike">
                <a:solidFill>
                  <a:schemeClr val="lt1"/>
                </a:solidFill>
                <a:latin typeface="Trebuchet MS"/>
              </a:rPr>
              <a:t>Click to edit Master title style</a:t>
            </a:r>
            <a:endParaRPr b="0" lang="en-US" sz="4800" spc="-1" strike="noStrike">
              <a:solidFill>
                <a:schemeClr val="dk1"/>
              </a:solidFill>
              <a:latin typeface="Trebuchet MS"/>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04" name="Group 43"/>
          <p:cNvGrpSpPr/>
          <p:nvPr/>
        </p:nvGrpSpPr>
        <p:grpSpPr>
          <a:xfrm>
            <a:off x="0" y="-8640"/>
            <a:ext cx="12191760" cy="6866640"/>
            <a:chOff x="0" y="-8640"/>
            <a:chExt cx="12191760" cy="6866640"/>
          </a:xfrm>
        </p:grpSpPr>
        <p:cxnSp>
          <p:nvCxnSpPr>
            <p:cNvPr id="305"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306"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307"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08"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09"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10"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11"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12"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13"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14"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315"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5C9A5D32-09BA-48F2-B860-299B387FFCE3}"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316"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317"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A2ACA705-15C8-4AAF-A8BD-3E998AC2B231}"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318" name="PlaceHolder 1"/>
          <p:cNvSpPr>
            <a:spLocks noGrp="1"/>
          </p:cNvSpPr>
          <p:nvPr>
            <p:ph type="title"/>
          </p:nvPr>
        </p:nvSpPr>
        <p:spPr>
          <a:xfrm>
            <a:off x="677160" y="2700720"/>
            <a:ext cx="8596440" cy="1826280"/>
          </a:xfrm>
          <a:prstGeom prst="rect">
            <a:avLst/>
          </a:prstGeom>
          <a:noFill/>
          <a:ln w="0">
            <a:noFill/>
          </a:ln>
        </p:spPr>
        <p:txBody>
          <a:bodyPr lIns="91440" rIns="91440" tIns="45720" bIns="45720" anchor="b">
            <a:noAutofit/>
          </a:bodyPr>
          <a:p>
            <a:pPr indent="0" defTabSz="457200">
              <a:lnSpc>
                <a:spcPct val="100000"/>
              </a:lnSpc>
              <a:buNone/>
            </a:pPr>
            <a:r>
              <a:rPr b="0" lang="en-US" sz="4000" spc="-1" strike="noStrike">
                <a:solidFill>
                  <a:schemeClr val="accent1"/>
                </a:solidFill>
                <a:latin typeface="Trebuchet MS"/>
              </a:rPr>
              <a:t>Click to edit Master title style</a:t>
            </a:r>
            <a:endParaRPr b="0" lang="en-US" sz="4000" spc="-1" strike="noStrike">
              <a:solidFill>
                <a:schemeClr val="dk1"/>
              </a:solidFill>
              <a:latin typeface="Trebuchet MS"/>
            </a:endParaRPr>
          </a:p>
        </p:txBody>
      </p:sp>
      <p:sp>
        <p:nvSpPr>
          <p:cNvPr id="319" name="PlaceHolder 2"/>
          <p:cNvSpPr>
            <a:spLocks noGrp="1"/>
          </p:cNvSpPr>
          <p:nvPr>
            <p:ph type="body"/>
          </p:nvPr>
        </p:nvSpPr>
        <p:spPr>
          <a:xfrm>
            <a:off x="677160" y="4527360"/>
            <a:ext cx="8596440" cy="86004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b="0" lang="en-US" sz="2000" spc="-1" strike="noStrike">
                <a:solidFill>
                  <a:schemeClr val="dk1">
                    <a:lumMod val="50000"/>
                    <a:lumOff val="50000"/>
                  </a:schemeClr>
                </a:solidFill>
                <a:latin typeface="Trebuchet MS"/>
              </a:rPr>
              <a:t>Click to edit Master text styles</a:t>
            </a:r>
            <a:endParaRPr b="0" lang="en-US" sz="2000" spc="-1" strike="noStrike">
              <a:solidFill>
                <a:schemeClr val="dk1">
                  <a:lumMod val="75000"/>
                  <a:lumOff val="25000"/>
                </a:schemeClr>
              </a:solidFill>
              <a:latin typeface="Trebuchet MS"/>
            </a:endParaRPr>
          </a:p>
        </p:txBody>
      </p:sp>
      <p:sp>
        <p:nvSpPr>
          <p:cNvPr id="320" name="PlaceHolder 3"/>
          <p:cNvSpPr>
            <a:spLocks noGrp="1"/>
          </p:cNvSpPr>
          <p:nvPr>
            <p:ph type="dt" idx="28"/>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321" name="PlaceHolder 4"/>
          <p:cNvSpPr>
            <a:spLocks noGrp="1"/>
          </p:cNvSpPr>
          <p:nvPr>
            <p:ph type="ftr" idx="29"/>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322" name="PlaceHolder 5"/>
          <p:cNvSpPr>
            <a:spLocks noGrp="1"/>
          </p:cNvSpPr>
          <p:nvPr>
            <p:ph type="sldNum" idx="30"/>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E680275E-F504-4F3E-BA6D-355821DDEEA5}"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7" r:id="rId2"/>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23" name="Group 43"/>
          <p:cNvGrpSpPr/>
          <p:nvPr/>
        </p:nvGrpSpPr>
        <p:grpSpPr>
          <a:xfrm>
            <a:off x="0" y="-8640"/>
            <a:ext cx="12191760" cy="6866640"/>
            <a:chOff x="0" y="-8640"/>
            <a:chExt cx="12191760" cy="6866640"/>
          </a:xfrm>
        </p:grpSpPr>
        <p:cxnSp>
          <p:nvCxnSpPr>
            <p:cNvPr id="324"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325"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326"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27"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28"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29"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30"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31"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32"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33"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334"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32BAA7AB-92D6-4A4D-9AAB-E7CB8A1043FD}"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335"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336"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D3BC5EB9-A223-4735-AD07-275C09A253B2}"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337" name="PlaceHolder 1"/>
          <p:cNvSpPr>
            <a:spLocks noGrp="1"/>
          </p:cNvSpPr>
          <p:nvPr>
            <p:ph type="title"/>
          </p:nvPr>
        </p:nvSpPr>
        <p:spPr>
          <a:xfrm>
            <a:off x="677160" y="609480"/>
            <a:ext cx="8596440" cy="1320480"/>
          </a:xfrm>
          <a:prstGeom prst="rect">
            <a:avLst/>
          </a:prstGeom>
          <a:noFill/>
          <a:ln w="0">
            <a:noFill/>
          </a:ln>
        </p:spPr>
        <p:txBody>
          <a:bodyPr lIns="91440" rIns="91440" tIns="45720" bIns="45720" anchor="t">
            <a:noAutofit/>
          </a:bodyPr>
          <a:p>
            <a:pPr indent="0" defTabSz="457200">
              <a:lnSpc>
                <a:spcPct val="100000"/>
              </a:lnSpc>
              <a:buNone/>
            </a:pPr>
            <a:r>
              <a:rPr b="0" lang="en-US" sz="3600" spc="-1" strike="noStrike">
                <a:solidFill>
                  <a:schemeClr val="accent1"/>
                </a:solidFill>
                <a:latin typeface="Trebuchet MS"/>
              </a:rPr>
              <a:t>Click to edit Master title style</a:t>
            </a:r>
            <a:endParaRPr b="0" lang="en-US" sz="3600" spc="-1" strike="noStrike">
              <a:solidFill>
                <a:schemeClr val="dk1"/>
              </a:solidFill>
              <a:latin typeface="Trebuchet MS"/>
            </a:endParaRPr>
          </a:p>
        </p:txBody>
      </p:sp>
      <p:sp>
        <p:nvSpPr>
          <p:cNvPr id="338" name="PlaceHolder 2"/>
          <p:cNvSpPr>
            <a:spLocks noGrp="1"/>
          </p:cNvSpPr>
          <p:nvPr>
            <p:ph type="body"/>
          </p:nvPr>
        </p:nvSpPr>
        <p:spPr>
          <a:xfrm>
            <a:off x="677160" y="2160720"/>
            <a:ext cx="4183560" cy="388044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5fcbef"/>
              </a:buClr>
              <a:buSzPct val="80000"/>
              <a:buFont typeface="Wingdings 3" charset="2"/>
              <a:buChar char=""/>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a:p>
            <a:pPr lvl="1" marL="743040" indent="-285840" defTabSz="457200">
              <a:lnSpc>
                <a:spcPct val="100000"/>
              </a:lnSpc>
              <a:spcBef>
                <a:spcPts val="1001"/>
              </a:spcBef>
              <a:buClr>
                <a:srgbClr val="5fcbef"/>
              </a:buClr>
              <a:buSzPct val="80000"/>
              <a:buFont typeface="Wingdings 3" charset="2"/>
              <a:buChar char=""/>
            </a:pPr>
            <a:r>
              <a:rPr b="0" lang="en-US" sz="1600" spc="-1" strike="noStrike">
                <a:solidFill>
                  <a:schemeClr val="dk1">
                    <a:lumMod val="75000"/>
                    <a:lumOff val="25000"/>
                  </a:schemeClr>
                </a:solidFill>
                <a:latin typeface="Trebuchet MS"/>
              </a:rPr>
              <a:t>Second level</a:t>
            </a:r>
            <a:endParaRPr b="0" lang="en-US" sz="1600" spc="-1" strike="noStrike">
              <a:solidFill>
                <a:schemeClr val="dk1">
                  <a:lumMod val="75000"/>
                  <a:lumOff val="25000"/>
                </a:schemeClr>
              </a:solidFill>
              <a:latin typeface="Trebuchet MS"/>
            </a:endParaRPr>
          </a:p>
          <a:p>
            <a:pPr lvl="2" marL="1143000" indent="-228600" defTabSz="457200">
              <a:lnSpc>
                <a:spcPct val="100000"/>
              </a:lnSpc>
              <a:spcBef>
                <a:spcPts val="1001"/>
              </a:spcBef>
              <a:buClr>
                <a:srgbClr val="5fcbef"/>
              </a:buClr>
              <a:buSzPct val="80000"/>
              <a:buFont typeface="Wingdings 3" charset="2"/>
              <a:buChar char=""/>
            </a:pPr>
            <a:r>
              <a:rPr b="0" lang="en-US" sz="1400" spc="-1" strike="noStrike">
                <a:solidFill>
                  <a:schemeClr val="dk1">
                    <a:lumMod val="75000"/>
                    <a:lumOff val="25000"/>
                  </a:schemeClr>
                </a:solidFill>
                <a:latin typeface="Trebuchet MS"/>
              </a:rPr>
              <a:t>Third level</a:t>
            </a:r>
            <a:endParaRPr b="0" lang="en-US" sz="1400" spc="-1" strike="noStrike">
              <a:solidFill>
                <a:schemeClr val="dk1">
                  <a:lumMod val="75000"/>
                  <a:lumOff val="25000"/>
                </a:schemeClr>
              </a:solidFill>
              <a:latin typeface="Trebuchet MS"/>
            </a:endParaRPr>
          </a:p>
          <a:p>
            <a:pPr lvl="3" marL="16002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Fourth level</a:t>
            </a:r>
            <a:endParaRPr b="0" lang="en-US" sz="1200" spc="-1" strike="noStrike">
              <a:solidFill>
                <a:schemeClr val="dk1">
                  <a:lumMod val="75000"/>
                  <a:lumOff val="25000"/>
                </a:schemeClr>
              </a:solidFill>
              <a:latin typeface="Trebuchet MS"/>
            </a:endParaRPr>
          </a:p>
          <a:p>
            <a:pPr lvl="4" marL="20574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Fifth level</a:t>
            </a:r>
            <a:endParaRPr b="0" lang="en-US" sz="1200" spc="-1" strike="noStrike">
              <a:solidFill>
                <a:schemeClr val="dk1">
                  <a:lumMod val="75000"/>
                  <a:lumOff val="25000"/>
                </a:schemeClr>
              </a:solidFill>
              <a:latin typeface="Trebuchet MS"/>
            </a:endParaRPr>
          </a:p>
        </p:txBody>
      </p:sp>
      <p:sp>
        <p:nvSpPr>
          <p:cNvPr id="339" name="PlaceHolder 3"/>
          <p:cNvSpPr>
            <a:spLocks noGrp="1"/>
          </p:cNvSpPr>
          <p:nvPr>
            <p:ph type="body"/>
          </p:nvPr>
        </p:nvSpPr>
        <p:spPr>
          <a:xfrm>
            <a:off x="5090040" y="2160720"/>
            <a:ext cx="4183560" cy="388044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5fcbef"/>
              </a:buClr>
              <a:buSzPct val="80000"/>
              <a:buFont typeface="Wingdings 3" charset="2"/>
              <a:buChar char=""/>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a:p>
            <a:pPr lvl="1" marL="743040" indent="-285840" defTabSz="457200">
              <a:lnSpc>
                <a:spcPct val="100000"/>
              </a:lnSpc>
              <a:spcBef>
                <a:spcPts val="1001"/>
              </a:spcBef>
              <a:buClr>
                <a:srgbClr val="5fcbef"/>
              </a:buClr>
              <a:buSzPct val="80000"/>
              <a:buFont typeface="Wingdings 3" charset="2"/>
              <a:buChar char=""/>
            </a:pPr>
            <a:r>
              <a:rPr b="0" lang="en-US" sz="1600" spc="-1" strike="noStrike">
                <a:solidFill>
                  <a:schemeClr val="dk1">
                    <a:lumMod val="75000"/>
                    <a:lumOff val="25000"/>
                  </a:schemeClr>
                </a:solidFill>
                <a:latin typeface="Trebuchet MS"/>
              </a:rPr>
              <a:t>Second level</a:t>
            </a:r>
            <a:endParaRPr b="0" lang="en-US" sz="1600" spc="-1" strike="noStrike">
              <a:solidFill>
                <a:schemeClr val="dk1">
                  <a:lumMod val="75000"/>
                  <a:lumOff val="25000"/>
                </a:schemeClr>
              </a:solidFill>
              <a:latin typeface="Trebuchet MS"/>
            </a:endParaRPr>
          </a:p>
          <a:p>
            <a:pPr lvl="2" marL="1143000" indent="-228600" defTabSz="457200">
              <a:lnSpc>
                <a:spcPct val="100000"/>
              </a:lnSpc>
              <a:spcBef>
                <a:spcPts val="1001"/>
              </a:spcBef>
              <a:buClr>
                <a:srgbClr val="5fcbef"/>
              </a:buClr>
              <a:buSzPct val="80000"/>
              <a:buFont typeface="Wingdings 3" charset="2"/>
              <a:buChar char=""/>
            </a:pPr>
            <a:r>
              <a:rPr b="0" lang="en-US" sz="1400" spc="-1" strike="noStrike">
                <a:solidFill>
                  <a:schemeClr val="dk1">
                    <a:lumMod val="75000"/>
                    <a:lumOff val="25000"/>
                  </a:schemeClr>
                </a:solidFill>
                <a:latin typeface="Trebuchet MS"/>
              </a:rPr>
              <a:t>Third level</a:t>
            </a:r>
            <a:endParaRPr b="0" lang="en-US" sz="1400" spc="-1" strike="noStrike">
              <a:solidFill>
                <a:schemeClr val="dk1">
                  <a:lumMod val="75000"/>
                  <a:lumOff val="25000"/>
                </a:schemeClr>
              </a:solidFill>
              <a:latin typeface="Trebuchet MS"/>
            </a:endParaRPr>
          </a:p>
          <a:p>
            <a:pPr lvl="3" marL="16002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Fourth level</a:t>
            </a:r>
            <a:endParaRPr b="0" lang="en-US" sz="1200" spc="-1" strike="noStrike">
              <a:solidFill>
                <a:schemeClr val="dk1">
                  <a:lumMod val="75000"/>
                  <a:lumOff val="25000"/>
                </a:schemeClr>
              </a:solidFill>
              <a:latin typeface="Trebuchet MS"/>
            </a:endParaRPr>
          </a:p>
          <a:p>
            <a:pPr lvl="4" marL="20574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Fifth level</a:t>
            </a:r>
            <a:endParaRPr b="0" lang="en-US" sz="1200" spc="-1" strike="noStrike">
              <a:solidFill>
                <a:schemeClr val="dk1">
                  <a:lumMod val="75000"/>
                  <a:lumOff val="25000"/>
                </a:schemeClr>
              </a:solidFill>
              <a:latin typeface="Trebuchet MS"/>
            </a:endParaRPr>
          </a:p>
        </p:txBody>
      </p:sp>
      <p:sp>
        <p:nvSpPr>
          <p:cNvPr id="340" name="PlaceHolder 4"/>
          <p:cNvSpPr>
            <a:spLocks noGrp="1"/>
          </p:cNvSpPr>
          <p:nvPr>
            <p:ph type="dt" idx="31"/>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341" name="PlaceHolder 5"/>
          <p:cNvSpPr>
            <a:spLocks noGrp="1"/>
          </p:cNvSpPr>
          <p:nvPr>
            <p:ph type="ftr" idx="32"/>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342" name="PlaceHolder 6"/>
          <p:cNvSpPr>
            <a:spLocks noGrp="1"/>
          </p:cNvSpPr>
          <p:nvPr>
            <p:ph type="sldNum" idx="33"/>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EEFDC17E-7577-4792-8067-5860A9F7FF23}"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9"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46" name="Group 43"/>
          <p:cNvGrpSpPr/>
          <p:nvPr/>
        </p:nvGrpSpPr>
        <p:grpSpPr>
          <a:xfrm>
            <a:off x="0" y="-8640"/>
            <a:ext cx="12191760" cy="6866640"/>
            <a:chOff x="0" y="-8640"/>
            <a:chExt cx="12191760" cy="6866640"/>
          </a:xfrm>
        </p:grpSpPr>
        <p:cxnSp>
          <p:nvCxnSpPr>
            <p:cNvPr id="347"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348"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349"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50"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51"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52"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53"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54"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55"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56"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357"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F0A34846-BD9F-4976-874B-65BD95B1CEED}"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358"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359"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65E3664E-FC20-439F-8B8B-30E745E9B2A8}"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360" name="PlaceHolder 1"/>
          <p:cNvSpPr>
            <a:spLocks noGrp="1"/>
          </p:cNvSpPr>
          <p:nvPr>
            <p:ph type="title"/>
          </p:nvPr>
        </p:nvSpPr>
        <p:spPr>
          <a:xfrm>
            <a:off x="677160" y="609480"/>
            <a:ext cx="8596440" cy="1320480"/>
          </a:xfrm>
          <a:prstGeom prst="rect">
            <a:avLst/>
          </a:prstGeom>
          <a:noFill/>
          <a:ln w="0">
            <a:noFill/>
          </a:ln>
        </p:spPr>
        <p:txBody>
          <a:bodyPr lIns="91440" rIns="91440" tIns="45720" bIns="45720" anchor="t">
            <a:noAutofit/>
          </a:bodyPr>
          <a:p>
            <a:pPr indent="0" defTabSz="457200">
              <a:lnSpc>
                <a:spcPct val="100000"/>
              </a:lnSpc>
              <a:buNone/>
            </a:pPr>
            <a:r>
              <a:rPr b="0" lang="en-US" sz="3600" spc="-1" strike="noStrike">
                <a:solidFill>
                  <a:schemeClr val="accent1"/>
                </a:solidFill>
                <a:latin typeface="Trebuchet MS"/>
              </a:rPr>
              <a:t>Click to edit Master title style</a:t>
            </a:r>
            <a:endParaRPr b="0" lang="en-US" sz="3600" spc="-1" strike="noStrike">
              <a:solidFill>
                <a:schemeClr val="dk1"/>
              </a:solidFill>
              <a:latin typeface="Trebuchet MS"/>
            </a:endParaRPr>
          </a:p>
        </p:txBody>
      </p:sp>
      <p:sp>
        <p:nvSpPr>
          <p:cNvPr id="361" name="PlaceHolder 2"/>
          <p:cNvSpPr>
            <a:spLocks noGrp="1"/>
          </p:cNvSpPr>
          <p:nvPr>
            <p:ph type="body"/>
          </p:nvPr>
        </p:nvSpPr>
        <p:spPr>
          <a:xfrm>
            <a:off x="675720" y="2161080"/>
            <a:ext cx="4185360" cy="57600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b="0" lang="en-US" sz="2400" spc="-1" strike="noStrike">
                <a:solidFill>
                  <a:schemeClr val="dk1">
                    <a:lumMod val="75000"/>
                    <a:lumOff val="25000"/>
                  </a:schemeClr>
                </a:solidFill>
                <a:latin typeface="Trebuchet MS"/>
              </a:rPr>
              <a:t>Click to edit Master text styles</a:t>
            </a:r>
            <a:endParaRPr b="0" lang="en-US" sz="2400" spc="-1" strike="noStrike">
              <a:solidFill>
                <a:schemeClr val="dk1">
                  <a:lumMod val="75000"/>
                  <a:lumOff val="25000"/>
                </a:schemeClr>
              </a:solidFill>
              <a:latin typeface="Trebuchet MS"/>
            </a:endParaRPr>
          </a:p>
        </p:txBody>
      </p:sp>
      <p:sp>
        <p:nvSpPr>
          <p:cNvPr id="362" name="PlaceHolder 3"/>
          <p:cNvSpPr>
            <a:spLocks noGrp="1"/>
          </p:cNvSpPr>
          <p:nvPr>
            <p:ph type="body"/>
          </p:nvPr>
        </p:nvSpPr>
        <p:spPr>
          <a:xfrm>
            <a:off x="675720" y="2737080"/>
            <a:ext cx="4185360" cy="330372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5fcbef"/>
              </a:buClr>
              <a:buSzPct val="80000"/>
              <a:buFont typeface="Wingdings 3" charset="2"/>
              <a:buChar char=""/>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a:p>
            <a:pPr lvl="1" marL="743040" indent="-285840" defTabSz="457200">
              <a:lnSpc>
                <a:spcPct val="100000"/>
              </a:lnSpc>
              <a:spcBef>
                <a:spcPts val="1001"/>
              </a:spcBef>
              <a:buClr>
                <a:srgbClr val="5fcbef"/>
              </a:buClr>
              <a:buSzPct val="80000"/>
              <a:buFont typeface="Wingdings 3" charset="2"/>
              <a:buChar char=""/>
            </a:pPr>
            <a:r>
              <a:rPr b="0" lang="en-US" sz="1600" spc="-1" strike="noStrike">
                <a:solidFill>
                  <a:schemeClr val="dk1">
                    <a:lumMod val="75000"/>
                    <a:lumOff val="25000"/>
                  </a:schemeClr>
                </a:solidFill>
                <a:latin typeface="Trebuchet MS"/>
              </a:rPr>
              <a:t>Second level</a:t>
            </a:r>
            <a:endParaRPr b="0" lang="en-US" sz="1600" spc="-1" strike="noStrike">
              <a:solidFill>
                <a:schemeClr val="dk1">
                  <a:lumMod val="75000"/>
                  <a:lumOff val="25000"/>
                </a:schemeClr>
              </a:solidFill>
              <a:latin typeface="Trebuchet MS"/>
            </a:endParaRPr>
          </a:p>
          <a:p>
            <a:pPr lvl="2" marL="1143000" indent="-228600" defTabSz="457200">
              <a:lnSpc>
                <a:spcPct val="100000"/>
              </a:lnSpc>
              <a:spcBef>
                <a:spcPts val="1001"/>
              </a:spcBef>
              <a:buClr>
                <a:srgbClr val="5fcbef"/>
              </a:buClr>
              <a:buSzPct val="80000"/>
              <a:buFont typeface="Wingdings 3" charset="2"/>
              <a:buChar char=""/>
            </a:pPr>
            <a:r>
              <a:rPr b="0" lang="en-US" sz="1400" spc="-1" strike="noStrike">
                <a:solidFill>
                  <a:schemeClr val="dk1">
                    <a:lumMod val="75000"/>
                    <a:lumOff val="25000"/>
                  </a:schemeClr>
                </a:solidFill>
                <a:latin typeface="Trebuchet MS"/>
              </a:rPr>
              <a:t>Third level</a:t>
            </a:r>
            <a:endParaRPr b="0" lang="en-US" sz="1400" spc="-1" strike="noStrike">
              <a:solidFill>
                <a:schemeClr val="dk1">
                  <a:lumMod val="75000"/>
                  <a:lumOff val="25000"/>
                </a:schemeClr>
              </a:solidFill>
              <a:latin typeface="Trebuchet MS"/>
            </a:endParaRPr>
          </a:p>
          <a:p>
            <a:pPr lvl="3" marL="16002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Fourth level</a:t>
            </a:r>
            <a:endParaRPr b="0" lang="en-US" sz="1200" spc="-1" strike="noStrike">
              <a:solidFill>
                <a:schemeClr val="dk1">
                  <a:lumMod val="75000"/>
                  <a:lumOff val="25000"/>
                </a:schemeClr>
              </a:solidFill>
              <a:latin typeface="Trebuchet MS"/>
            </a:endParaRPr>
          </a:p>
          <a:p>
            <a:pPr lvl="4" marL="20574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Fifth level</a:t>
            </a:r>
            <a:endParaRPr b="0" lang="en-US" sz="1200" spc="-1" strike="noStrike">
              <a:solidFill>
                <a:schemeClr val="dk1">
                  <a:lumMod val="75000"/>
                  <a:lumOff val="25000"/>
                </a:schemeClr>
              </a:solidFill>
              <a:latin typeface="Trebuchet MS"/>
            </a:endParaRPr>
          </a:p>
        </p:txBody>
      </p:sp>
      <p:sp>
        <p:nvSpPr>
          <p:cNvPr id="363" name="PlaceHolder 4"/>
          <p:cNvSpPr>
            <a:spLocks noGrp="1"/>
          </p:cNvSpPr>
          <p:nvPr>
            <p:ph type="body"/>
          </p:nvPr>
        </p:nvSpPr>
        <p:spPr>
          <a:xfrm>
            <a:off x="5088240" y="2161080"/>
            <a:ext cx="4185360" cy="57600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b="0" lang="en-US" sz="2400" spc="-1" strike="noStrike">
                <a:solidFill>
                  <a:schemeClr val="dk1">
                    <a:lumMod val="75000"/>
                    <a:lumOff val="25000"/>
                  </a:schemeClr>
                </a:solidFill>
                <a:latin typeface="Trebuchet MS"/>
              </a:rPr>
              <a:t>Click to edit Master text styles</a:t>
            </a:r>
            <a:endParaRPr b="0" lang="en-US" sz="2400" spc="-1" strike="noStrike">
              <a:solidFill>
                <a:schemeClr val="dk1">
                  <a:lumMod val="75000"/>
                  <a:lumOff val="25000"/>
                </a:schemeClr>
              </a:solidFill>
              <a:latin typeface="Trebuchet MS"/>
            </a:endParaRPr>
          </a:p>
        </p:txBody>
      </p:sp>
      <p:sp>
        <p:nvSpPr>
          <p:cNvPr id="364" name="PlaceHolder 5"/>
          <p:cNvSpPr>
            <a:spLocks noGrp="1"/>
          </p:cNvSpPr>
          <p:nvPr>
            <p:ph type="body"/>
          </p:nvPr>
        </p:nvSpPr>
        <p:spPr>
          <a:xfrm>
            <a:off x="5088240" y="2737080"/>
            <a:ext cx="4185360" cy="330372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5fcbef"/>
              </a:buClr>
              <a:buSzPct val="80000"/>
              <a:buFont typeface="Wingdings 3" charset="2"/>
              <a:buChar char=""/>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a:p>
            <a:pPr lvl="1" marL="743040" indent="-285840" defTabSz="457200">
              <a:lnSpc>
                <a:spcPct val="100000"/>
              </a:lnSpc>
              <a:spcBef>
                <a:spcPts val="1001"/>
              </a:spcBef>
              <a:buClr>
                <a:srgbClr val="5fcbef"/>
              </a:buClr>
              <a:buSzPct val="80000"/>
              <a:buFont typeface="Wingdings 3" charset="2"/>
              <a:buChar char=""/>
            </a:pPr>
            <a:r>
              <a:rPr b="0" lang="en-US" sz="1600" spc="-1" strike="noStrike">
                <a:solidFill>
                  <a:schemeClr val="dk1">
                    <a:lumMod val="75000"/>
                    <a:lumOff val="25000"/>
                  </a:schemeClr>
                </a:solidFill>
                <a:latin typeface="Trebuchet MS"/>
              </a:rPr>
              <a:t>Second level</a:t>
            </a:r>
            <a:endParaRPr b="0" lang="en-US" sz="1600" spc="-1" strike="noStrike">
              <a:solidFill>
                <a:schemeClr val="dk1">
                  <a:lumMod val="75000"/>
                  <a:lumOff val="25000"/>
                </a:schemeClr>
              </a:solidFill>
              <a:latin typeface="Trebuchet MS"/>
            </a:endParaRPr>
          </a:p>
          <a:p>
            <a:pPr lvl="2" marL="1143000" indent="-228600" defTabSz="457200">
              <a:lnSpc>
                <a:spcPct val="100000"/>
              </a:lnSpc>
              <a:spcBef>
                <a:spcPts val="1001"/>
              </a:spcBef>
              <a:buClr>
                <a:srgbClr val="5fcbef"/>
              </a:buClr>
              <a:buSzPct val="80000"/>
              <a:buFont typeface="Wingdings 3" charset="2"/>
              <a:buChar char=""/>
            </a:pPr>
            <a:r>
              <a:rPr b="0" lang="en-US" sz="1400" spc="-1" strike="noStrike">
                <a:solidFill>
                  <a:schemeClr val="dk1">
                    <a:lumMod val="75000"/>
                    <a:lumOff val="25000"/>
                  </a:schemeClr>
                </a:solidFill>
                <a:latin typeface="Trebuchet MS"/>
              </a:rPr>
              <a:t>Third level</a:t>
            </a:r>
            <a:endParaRPr b="0" lang="en-US" sz="1400" spc="-1" strike="noStrike">
              <a:solidFill>
                <a:schemeClr val="dk1">
                  <a:lumMod val="75000"/>
                  <a:lumOff val="25000"/>
                </a:schemeClr>
              </a:solidFill>
              <a:latin typeface="Trebuchet MS"/>
            </a:endParaRPr>
          </a:p>
          <a:p>
            <a:pPr lvl="3" marL="16002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Fourth level</a:t>
            </a:r>
            <a:endParaRPr b="0" lang="en-US" sz="1200" spc="-1" strike="noStrike">
              <a:solidFill>
                <a:schemeClr val="dk1">
                  <a:lumMod val="75000"/>
                  <a:lumOff val="25000"/>
                </a:schemeClr>
              </a:solidFill>
              <a:latin typeface="Trebuchet MS"/>
            </a:endParaRPr>
          </a:p>
          <a:p>
            <a:pPr lvl="4" marL="20574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Fifth level</a:t>
            </a:r>
            <a:endParaRPr b="0" lang="en-US" sz="1200" spc="-1" strike="noStrike">
              <a:solidFill>
                <a:schemeClr val="dk1">
                  <a:lumMod val="75000"/>
                  <a:lumOff val="25000"/>
                </a:schemeClr>
              </a:solidFill>
              <a:latin typeface="Trebuchet MS"/>
            </a:endParaRPr>
          </a:p>
        </p:txBody>
      </p:sp>
      <p:sp>
        <p:nvSpPr>
          <p:cNvPr id="365" name="PlaceHolder 6"/>
          <p:cNvSpPr>
            <a:spLocks noGrp="1"/>
          </p:cNvSpPr>
          <p:nvPr>
            <p:ph type="dt" idx="34"/>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366" name="PlaceHolder 7"/>
          <p:cNvSpPr>
            <a:spLocks noGrp="1"/>
          </p:cNvSpPr>
          <p:nvPr>
            <p:ph type="ftr" idx="35"/>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367" name="PlaceHolder 8"/>
          <p:cNvSpPr>
            <a:spLocks noGrp="1"/>
          </p:cNvSpPr>
          <p:nvPr>
            <p:ph type="sldNum" idx="36"/>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C422AEDD-A694-490C-B714-F96003165BAF}"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68" name="Group 43"/>
          <p:cNvGrpSpPr/>
          <p:nvPr/>
        </p:nvGrpSpPr>
        <p:grpSpPr>
          <a:xfrm>
            <a:off x="0" y="-8640"/>
            <a:ext cx="12191760" cy="6866640"/>
            <a:chOff x="0" y="-8640"/>
            <a:chExt cx="12191760" cy="6866640"/>
          </a:xfrm>
        </p:grpSpPr>
        <p:cxnSp>
          <p:nvCxnSpPr>
            <p:cNvPr id="369"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370"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371"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72"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73"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74"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75"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76"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77"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78"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379"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8A6AD6DB-C4C7-4984-807A-B37B41DD0F87}"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380"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381"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E746491C-F940-4FB9-A94A-E375EB8EDFAD}"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382" name="PlaceHolder 1"/>
          <p:cNvSpPr>
            <a:spLocks noGrp="1"/>
          </p:cNvSpPr>
          <p:nvPr>
            <p:ph type="title"/>
          </p:nvPr>
        </p:nvSpPr>
        <p:spPr>
          <a:xfrm>
            <a:off x="677160" y="609480"/>
            <a:ext cx="8596440" cy="1320480"/>
          </a:xfrm>
          <a:prstGeom prst="rect">
            <a:avLst/>
          </a:prstGeom>
          <a:noFill/>
          <a:ln w="0">
            <a:noFill/>
          </a:ln>
        </p:spPr>
        <p:txBody>
          <a:bodyPr lIns="91440" rIns="91440" tIns="45720" bIns="45720" anchor="t">
            <a:noAutofit/>
          </a:bodyPr>
          <a:p>
            <a:pPr indent="0" defTabSz="457200">
              <a:lnSpc>
                <a:spcPct val="100000"/>
              </a:lnSpc>
              <a:buNone/>
            </a:pPr>
            <a:r>
              <a:rPr b="0" lang="en-US" sz="3600" spc="-1" strike="noStrike">
                <a:solidFill>
                  <a:schemeClr val="accent1"/>
                </a:solidFill>
                <a:latin typeface="Trebuchet MS"/>
              </a:rPr>
              <a:t>Click to edit Master title style</a:t>
            </a:r>
            <a:endParaRPr b="0" lang="en-US" sz="3600" spc="-1" strike="noStrike">
              <a:solidFill>
                <a:schemeClr val="dk1"/>
              </a:solidFill>
              <a:latin typeface="Trebuchet MS"/>
            </a:endParaRPr>
          </a:p>
        </p:txBody>
      </p:sp>
      <p:sp>
        <p:nvSpPr>
          <p:cNvPr id="383" name="PlaceHolder 2"/>
          <p:cNvSpPr>
            <a:spLocks noGrp="1"/>
          </p:cNvSpPr>
          <p:nvPr>
            <p:ph type="dt" idx="37"/>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384" name="PlaceHolder 3"/>
          <p:cNvSpPr>
            <a:spLocks noGrp="1"/>
          </p:cNvSpPr>
          <p:nvPr>
            <p:ph type="ftr" idx="38"/>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385" name="PlaceHolder 4"/>
          <p:cNvSpPr>
            <a:spLocks noGrp="1"/>
          </p:cNvSpPr>
          <p:nvPr>
            <p:ph type="sldNum" idx="39"/>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F1DA96CC-A009-495B-9FDC-43F85CEEE8F1}"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87" name="Group 43"/>
          <p:cNvGrpSpPr/>
          <p:nvPr/>
        </p:nvGrpSpPr>
        <p:grpSpPr>
          <a:xfrm>
            <a:off x="0" y="-8640"/>
            <a:ext cx="12191760" cy="6866640"/>
            <a:chOff x="0" y="-8640"/>
            <a:chExt cx="12191760" cy="6866640"/>
          </a:xfrm>
        </p:grpSpPr>
        <p:cxnSp>
          <p:nvCxnSpPr>
            <p:cNvPr id="388"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389"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390"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91"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92"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93"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94"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95"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96"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397"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398"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272FEFCA-3171-4E88-88E2-C76B8F5E4554}"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399"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400"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BE9F5152-A574-4E03-B78A-10C3D706AAA7}"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401" name="PlaceHolder 1"/>
          <p:cNvSpPr>
            <a:spLocks noGrp="1"/>
          </p:cNvSpPr>
          <p:nvPr>
            <p:ph type="dt" idx="40"/>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402" name="PlaceHolder 2"/>
          <p:cNvSpPr>
            <a:spLocks noGrp="1"/>
          </p:cNvSpPr>
          <p:nvPr>
            <p:ph type="ftr" idx="41"/>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403" name="PlaceHolder 3"/>
          <p:cNvSpPr>
            <a:spLocks noGrp="1"/>
          </p:cNvSpPr>
          <p:nvPr>
            <p:ph type="sldNum" idx="42"/>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FB825057-9002-43C4-BB88-54A4BE733216}"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5"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404" name="Group 43"/>
          <p:cNvGrpSpPr/>
          <p:nvPr/>
        </p:nvGrpSpPr>
        <p:grpSpPr>
          <a:xfrm>
            <a:off x="0" y="-8640"/>
            <a:ext cx="12191760" cy="6866640"/>
            <a:chOff x="0" y="-8640"/>
            <a:chExt cx="12191760" cy="6866640"/>
          </a:xfrm>
        </p:grpSpPr>
        <p:cxnSp>
          <p:nvCxnSpPr>
            <p:cNvPr id="405"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406"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407"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08"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09"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10"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11"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12"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13"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14"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415"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2ACB63C1-BCFF-4C27-938A-0569EF1196C0}"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416"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417"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2D0EBB71-2838-4BD0-B982-3B50FE46189A}"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418" name="PlaceHolder 1"/>
          <p:cNvSpPr>
            <a:spLocks noGrp="1"/>
          </p:cNvSpPr>
          <p:nvPr>
            <p:ph type="title"/>
          </p:nvPr>
        </p:nvSpPr>
        <p:spPr>
          <a:xfrm>
            <a:off x="677160" y="1498680"/>
            <a:ext cx="3854160" cy="1278000"/>
          </a:xfrm>
          <a:prstGeom prst="rect">
            <a:avLst/>
          </a:prstGeom>
          <a:noFill/>
          <a:ln w="0">
            <a:noFill/>
          </a:ln>
        </p:spPr>
        <p:txBody>
          <a:bodyPr lIns="91440" rIns="91440" tIns="45720" bIns="45720" anchor="b">
            <a:normAutofit/>
          </a:bodyPr>
          <a:p>
            <a:pPr indent="0" defTabSz="457200">
              <a:lnSpc>
                <a:spcPct val="100000"/>
              </a:lnSpc>
              <a:buNone/>
            </a:pPr>
            <a:r>
              <a:rPr b="0" lang="en-US" sz="2000" spc="-1" strike="noStrike">
                <a:solidFill>
                  <a:schemeClr val="accent1"/>
                </a:solidFill>
                <a:latin typeface="Trebuchet MS"/>
              </a:rPr>
              <a:t>Click to edit Master title style</a:t>
            </a:r>
            <a:endParaRPr b="0" lang="en-US" sz="2000" spc="-1" strike="noStrike">
              <a:solidFill>
                <a:schemeClr val="dk1"/>
              </a:solidFill>
              <a:latin typeface="Trebuchet MS"/>
            </a:endParaRPr>
          </a:p>
        </p:txBody>
      </p:sp>
      <p:sp>
        <p:nvSpPr>
          <p:cNvPr id="419" name="PlaceHolder 2"/>
          <p:cNvSpPr>
            <a:spLocks noGrp="1"/>
          </p:cNvSpPr>
          <p:nvPr>
            <p:ph type="body"/>
          </p:nvPr>
        </p:nvSpPr>
        <p:spPr>
          <a:xfrm>
            <a:off x="4760640" y="514800"/>
            <a:ext cx="4513320" cy="552600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5fcbef"/>
              </a:buClr>
              <a:buSzPct val="80000"/>
              <a:buFont typeface="Wingdings 3" charset="2"/>
              <a:buChar char=""/>
            </a:pPr>
            <a:r>
              <a:rPr b="0" lang="en-US" sz="1800" spc="-1" strike="noStrike">
                <a:solidFill>
                  <a:schemeClr val="dk1">
                    <a:lumMod val="75000"/>
                    <a:lumOff val="25000"/>
                  </a:schemeClr>
                </a:solidFill>
                <a:latin typeface="Trebuchet MS"/>
              </a:rPr>
              <a:t>Click to edit Master text styles</a:t>
            </a:r>
            <a:endParaRPr b="0" lang="en-US" sz="1800" spc="-1" strike="noStrike">
              <a:solidFill>
                <a:schemeClr val="dk1">
                  <a:lumMod val="75000"/>
                  <a:lumOff val="25000"/>
                </a:schemeClr>
              </a:solidFill>
              <a:latin typeface="Trebuchet MS"/>
            </a:endParaRPr>
          </a:p>
          <a:p>
            <a:pPr lvl="1" marL="743040" indent="-285840" defTabSz="457200">
              <a:lnSpc>
                <a:spcPct val="100000"/>
              </a:lnSpc>
              <a:spcBef>
                <a:spcPts val="1001"/>
              </a:spcBef>
              <a:buClr>
                <a:srgbClr val="5fcbef"/>
              </a:buClr>
              <a:buSzPct val="80000"/>
              <a:buFont typeface="Wingdings 3" charset="2"/>
              <a:buChar char=""/>
            </a:pPr>
            <a:r>
              <a:rPr b="0" lang="en-US" sz="1600" spc="-1" strike="noStrike">
                <a:solidFill>
                  <a:schemeClr val="dk1">
                    <a:lumMod val="75000"/>
                    <a:lumOff val="25000"/>
                  </a:schemeClr>
                </a:solidFill>
                <a:latin typeface="Trebuchet MS"/>
              </a:rPr>
              <a:t>Second level</a:t>
            </a:r>
            <a:endParaRPr b="0" lang="en-US" sz="1600" spc="-1" strike="noStrike">
              <a:solidFill>
                <a:schemeClr val="dk1">
                  <a:lumMod val="75000"/>
                  <a:lumOff val="25000"/>
                </a:schemeClr>
              </a:solidFill>
              <a:latin typeface="Trebuchet MS"/>
            </a:endParaRPr>
          </a:p>
          <a:p>
            <a:pPr lvl="2" marL="1143000" indent="-228600" defTabSz="457200">
              <a:lnSpc>
                <a:spcPct val="100000"/>
              </a:lnSpc>
              <a:spcBef>
                <a:spcPts val="1001"/>
              </a:spcBef>
              <a:buClr>
                <a:srgbClr val="5fcbef"/>
              </a:buClr>
              <a:buSzPct val="80000"/>
              <a:buFont typeface="Wingdings 3" charset="2"/>
              <a:buChar char=""/>
            </a:pPr>
            <a:r>
              <a:rPr b="0" lang="en-US" sz="1400" spc="-1" strike="noStrike">
                <a:solidFill>
                  <a:schemeClr val="dk1">
                    <a:lumMod val="75000"/>
                    <a:lumOff val="25000"/>
                  </a:schemeClr>
                </a:solidFill>
                <a:latin typeface="Trebuchet MS"/>
              </a:rPr>
              <a:t>Third level</a:t>
            </a:r>
            <a:endParaRPr b="0" lang="en-US" sz="1400" spc="-1" strike="noStrike">
              <a:solidFill>
                <a:schemeClr val="dk1">
                  <a:lumMod val="75000"/>
                  <a:lumOff val="25000"/>
                </a:schemeClr>
              </a:solidFill>
              <a:latin typeface="Trebuchet MS"/>
            </a:endParaRPr>
          </a:p>
          <a:p>
            <a:pPr lvl="3" marL="16002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Fourth level</a:t>
            </a:r>
            <a:endParaRPr b="0" lang="en-US" sz="1200" spc="-1" strike="noStrike">
              <a:solidFill>
                <a:schemeClr val="dk1">
                  <a:lumMod val="75000"/>
                  <a:lumOff val="25000"/>
                </a:schemeClr>
              </a:solidFill>
              <a:latin typeface="Trebuchet MS"/>
            </a:endParaRPr>
          </a:p>
          <a:p>
            <a:pPr lvl="4" marL="2057400" indent="-228600" defTabSz="457200">
              <a:lnSpc>
                <a:spcPct val="100000"/>
              </a:lnSpc>
              <a:spcBef>
                <a:spcPts val="1001"/>
              </a:spcBef>
              <a:buClr>
                <a:srgbClr val="5fcbef"/>
              </a:buClr>
              <a:buSzPct val="80000"/>
              <a:buFont typeface="Wingdings 3" charset="2"/>
              <a:buChar char=""/>
            </a:pPr>
            <a:r>
              <a:rPr b="0" lang="en-US" sz="1200" spc="-1" strike="noStrike">
                <a:solidFill>
                  <a:schemeClr val="dk1">
                    <a:lumMod val="75000"/>
                    <a:lumOff val="25000"/>
                  </a:schemeClr>
                </a:solidFill>
                <a:latin typeface="Trebuchet MS"/>
              </a:rPr>
              <a:t>Fifth level</a:t>
            </a:r>
            <a:endParaRPr b="0" lang="en-US" sz="1200" spc="-1" strike="noStrike">
              <a:solidFill>
                <a:schemeClr val="dk1">
                  <a:lumMod val="75000"/>
                  <a:lumOff val="25000"/>
                </a:schemeClr>
              </a:solidFill>
              <a:latin typeface="Trebuchet MS"/>
            </a:endParaRPr>
          </a:p>
        </p:txBody>
      </p:sp>
      <p:sp>
        <p:nvSpPr>
          <p:cNvPr id="420" name="PlaceHolder 3"/>
          <p:cNvSpPr>
            <a:spLocks noGrp="1"/>
          </p:cNvSpPr>
          <p:nvPr>
            <p:ph type="body"/>
          </p:nvPr>
        </p:nvSpPr>
        <p:spPr>
          <a:xfrm>
            <a:off x="677160" y="2777040"/>
            <a:ext cx="3854160" cy="258408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b="0" lang="en-US" sz="1400" spc="-1" strike="noStrike">
                <a:solidFill>
                  <a:schemeClr val="dk1">
                    <a:lumMod val="75000"/>
                    <a:lumOff val="25000"/>
                  </a:schemeClr>
                </a:solidFill>
                <a:latin typeface="Trebuchet MS"/>
              </a:rPr>
              <a:t>Click to edit Master text styles</a:t>
            </a:r>
            <a:endParaRPr b="0" lang="en-US" sz="1400" spc="-1" strike="noStrike">
              <a:solidFill>
                <a:schemeClr val="dk1">
                  <a:lumMod val="75000"/>
                  <a:lumOff val="25000"/>
                </a:schemeClr>
              </a:solidFill>
              <a:latin typeface="Trebuchet MS"/>
            </a:endParaRPr>
          </a:p>
        </p:txBody>
      </p:sp>
      <p:sp>
        <p:nvSpPr>
          <p:cNvPr id="421" name="PlaceHolder 4"/>
          <p:cNvSpPr>
            <a:spLocks noGrp="1"/>
          </p:cNvSpPr>
          <p:nvPr>
            <p:ph type="dt" idx="43"/>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
        <p:nvSpPr>
          <p:cNvPr id="422" name="PlaceHolder 5"/>
          <p:cNvSpPr>
            <a:spLocks noGrp="1"/>
          </p:cNvSpPr>
          <p:nvPr>
            <p:ph type="ftr" idx="44"/>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423" name="PlaceHolder 6"/>
          <p:cNvSpPr>
            <a:spLocks noGrp="1"/>
          </p:cNvSpPr>
          <p:nvPr>
            <p:ph type="sldNum" idx="45"/>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CB26D34F-6B33-4D52-A50E-0F72FE69AEA4}"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7"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424" name="Group 43"/>
          <p:cNvGrpSpPr/>
          <p:nvPr/>
        </p:nvGrpSpPr>
        <p:grpSpPr>
          <a:xfrm>
            <a:off x="0" y="-8640"/>
            <a:ext cx="12191760" cy="6866640"/>
            <a:chOff x="0" y="-8640"/>
            <a:chExt cx="12191760" cy="6866640"/>
          </a:xfrm>
        </p:grpSpPr>
        <p:cxnSp>
          <p:nvCxnSpPr>
            <p:cNvPr id="425" name="Straight Connector 19"/>
            <p:cNvCxnSpPr/>
            <p:nvPr/>
          </p:nvCxnSpPr>
          <p:spPr>
            <a:xfrm>
              <a:off x="9370800" y="0"/>
              <a:ext cx="1219680" cy="6858360"/>
            </a:xfrm>
            <a:prstGeom prst="straightConnector1">
              <a:avLst/>
            </a:prstGeom>
            <a:ln cap="rnd" w="9525">
              <a:solidFill>
                <a:srgbClr val="5fcbef">
                  <a:alpha val="70000"/>
                </a:srgbClr>
              </a:solidFill>
              <a:round/>
            </a:ln>
          </p:spPr>
        </p:cxnSp>
        <p:cxnSp>
          <p:nvCxnSpPr>
            <p:cNvPr id="426" name="Straight Connector 20"/>
            <p:cNvCxnSpPr/>
            <p:nvPr/>
          </p:nvCxnSpPr>
          <p:spPr>
            <a:xfrm flipH="1">
              <a:off x="7425000" y="3681360"/>
              <a:ext cx="4763880" cy="3177000"/>
            </a:xfrm>
            <a:prstGeom prst="straightConnector1">
              <a:avLst/>
            </a:prstGeom>
            <a:ln cap="rnd" w="9525">
              <a:solidFill>
                <a:srgbClr val="5fcbef">
                  <a:alpha val="70000"/>
                </a:srgbClr>
              </a:solidFill>
              <a:round/>
            </a:ln>
          </p:spPr>
        </p:cxnSp>
        <p:sp>
          <p:nvSpPr>
            <p:cNvPr id="427" name="Rectangle 23"/>
            <p:cNvSpPr/>
            <p:nvPr/>
          </p:nvSpPr>
          <p:spPr>
            <a:xfrm>
              <a:off x="9181440" y="-8640"/>
              <a:ext cx="3007080" cy="6866280"/>
            </a:xfrm>
            <a:custGeom>
              <a:avLst/>
              <a:gdLst>
                <a:gd name="textAreaLeft" fmla="*/ 0 w 3007080"/>
                <a:gd name="textAreaRight" fmla="*/ 3007440 w 3007080"/>
                <a:gd name="textAreaTop" fmla="*/ 0 h 6866280"/>
                <a:gd name="textAreaBottom" fmla="*/ 6866640 h 6866280"/>
              </a:gdLst>
              <a:ah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28" name="Rectangle 25"/>
            <p:cNvSpPr/>
            <p:nvPr/>
          </p:nvSpPr>
          <p:spPr>
            <a:xfrm>
              <a:off x="9603360" y="-8640"/>
              <a:ext cx="2588040" cy="6866280"/>
            </a:xfrm>
            <a:custGeom>
              <a:avLst/>
              <a:gdLst>
                <a:gd name="textAreaLeft" fmla="*/ 0 w 2588040"/>
                <a:gd name="textAreaRight" fmla="*/ 2588400 w 2588040"/>
                <a:gd name="textAreaTop" fmla="*/ 0 h 6866280"/>
                <a:gd name="textAreaBottom" fmla="*/ 6866640 h 6866280"/>
              </a:gdLst>
              <a:ah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29" name="Isosceles Triangle 23"/>
            <p:cNvSpPr/>
            <p:nvPr/>
          </p:nvSpPr>
          <p:spPr>
            <a:xfrm>
              <a:off x="8932320" y="3048120"/>
              <a:ext cx="3259440" cy="38095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30" name="Rectangle 27"/>
            <p:cNvSpPr/>
            <p:nvPr/>
          </p:nvSpPr>
          <p:spPr>
            <a:xfrm>
              <a:off x="9334440" y="-8640"/>
              <a:ext cx="2854080" cy="6866280"/>
            </a:xfrm>
            <a:custGeom>
              <a:avLst/>
              <a:gdLst>
                <a:gd name="textAreaLeft" fmla="*/ 0 w 2854080"/>
                <a:gd name="textAreaRight" fmla="*/ 2854440 w 2854080"/>
                <a:gd name="textAreaTop" fmla="*/ 0 h 6866280"/>
                <a:gd name="textAreaBottom" fmla="*/ 6866640 h 6866280"/>
              </a:gdLst>
              <a:ah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31" name="Rectangle 28"/>
            <p:cNvSpPr/>
            <p:nvPr/>
          </p:nvSpPr>
          <p:spPr>
            <a:xfrm>
              <a:off x="10898640" y="-8640"/>
              <a:ext cx="1289880" cy="6866280"/>
            </a:xfrm>
            <a:custGeom>
              <a:avLst/>
              <a:gdLst>
                <a:gd name="textAreaLeft" fmla="*/ 0 w 1289880"/>
                <a:gd name="textAreaRight" fmla="*/ 1290240 w 1289880"/>
                <a:gd name="textAreaTop" fmla="*/ 0 h 6866280"/>
                <a:gd name="textAreaBottom" fmla="*/ 6866640 h 6866280"/>
              </a:gdLst>
              <a:ah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32" name="Rectangle 29"/>
            <p:cNvSpPr/>
            <p:nvPr/>
          </p:nvSpPr>
          <p:spPr>
            <a:xfrm>
              <a:off x="10938960" y="-8640"/>
              <a:ext cx="1249560" cy="6866280"/>
            </a:xfrm>
            <a:custGeom>
              <a:avLst/>
              <a:gdLst>
                <a:gd name="textAreaLeft" fmla="*/ 0 w 1249560"/>
                <a:gd name="textAreaRight" fmla="*/ 1249920 w 1249560"/>
                <a:gd name="textAreaTop" fmla="*/ 0 h 6866280"/>
                <a:gd name="textAreaBottom" fmla="*/ 6866640 h 6866280"/>
              </a:gdLst>
              <a:ah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33" name="Isosceles Triangle 27"/>
            <p:cNvSpPr/>
            <p:nvPr/>
          </p:nvSpPr>
          <p:spPr>
            <a:xfrm>
              <a:off x="10371600" y="3589920"/>
              <a:ext cx="1816920" cy="3267720"/>
            </a:xfrm>
            <a:prstGeom prst="triangle">
              <a:avLst>
                <a:gd name="adj" fmla="val 100000"/>
              </a:avLst>
            </a:prstGeom>
            <a:solidFill>
              <a:schemeClr val="accent1">
                <a:lumMod val="75000"/>
                <a:alpha val="66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sp>
          <p:nvSpPr>
            <p:cNvPr id="434" name="Isosceles Triangle 18"/>
            <p:cNvSpPr/>
            <p:nvPr/>
          </p:nvSpPr>
          <p:spPr>
            <a:xfrm>
              <a:off x="0" y="4013280"/>
              <a:ext cx="448200" cy="2844360"/>
            </a:xfrm>
            <a:prstGeom prst="triangle">
              <a:avLst>
                <a:gd name="adj" fmla="val 0"/>
              </a:avLst>
            </a:prstGeom>
            <a:solidFill>
              <a:schemeClr val="accent1">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endParaRPr b="0" lang="en-IN" sz="1800" spc="-1" strike="noStrike">
                <a:solidFill>
                  <a:srgbClr val="000000"/>
                </a:solidFill>
                <a:latin typeface="Arial"/>
              </a:endParaRPr>
            </a:p>
          </p:txBody>
        </p:sp>
      </p:grpSp>
      <p:sp>
        <p:nvSpPr>
          <p:cNvPr id="435" name="Date Placeholder 3"/>
          <p:cNvSpPr/>
          <p:nvPr/>
        </p:nvSpPr>
        <p:spPr>
          <a:xfrm>
            <a:off x="660240" y="6378840"/>
            <a:ext cx="27428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fld id="{1AF7A725-1D39-4B8A-9CAC-11AC51ECD3DD}" type="datetime1">
              <a:rPr b="0" lang="en-US" sz="1100" spc="-1" strike="noStrike">
                <a:solidFill>
                  <a:schemeClr val="accent2"/>
                </a:solidFill>
                <a:latin typeface="Trebuchet MS"/>
              </a:rPr>
              <a:t>09/10/2026</a:t>
            </a:fld>
            <a:endParaRPr b="0" lang="en-IN" sz="1100" spc="-1" strike="noStrike">
              <a:solidFill>
                <a:srgbClr val="000000"/>
              </a:solidFill>
              <a:latin typeface="Arial"/>
            </a:endParaRPr>
          </a:p>
        </p:txBody>
      </p:sp>
      <p:sp>
        <p:nvSpPr>
          <p:cNvPr id="436" name="Footer Placeholder 4"/>
          <p:cNvSpPr/>
          <p:nvPr/>
        </p:nvSpPr>
        <p:spPr>
          <a:xfrm>
            <a:off x="1445400" y="6378840"/>
            <a:ext cx="4114440" cy="36468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pPr>
            <a:r>
              <a:rPr b="1" lang="en-US" sz="1100" spc="-1" strike="noStrike">
                <a:solidFill>
                  <a:schemeClr val="accent2"/>
                </a:solidFill>
                <a:latin typeface="Trebuchet MS"/>
              </a:rPr>
              <a:t>Annual Review</a:t>
            </a:r>
            <a:endParaRPr b="0" lang="en-IN" sz="1100" spc="-1" strike="noStrike">
              <a:solidFill>
                <a:srgbClr val="000000"/>
              </a:solidFill>
              <a:latin typeface="Arial"/>
            </a:endParaRPr>
          </a:p>
        </p:txBody>
      </p:sp>
      <p:sp>
        <p:nvSpPr>
          <p:cNvPr id="437" name="Slide Number Placeholder 5"/>
          <p:cNvSpPr/>
          <p:nvPr/>
        </p:nvSpPr>
        <p:spPr>
          <a:xfrm>
            <a:off x="8805240" y="6378840"/>
            <a:ext cx="2742840" cy="3646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100000"/>
              </a:lnSpc>
            </a:pPr>
            <a:fld id="{79C79E20-8EC3-4D44-A4D2-824FE658B000}" type="slidenum">
              <a:rPr b="0" lang="en-US" sz="1100" spc="-1" strike="noStrike">
                <a:solidFill>
                  <a:schemeClr val="accent4"/>
                </a:solidFill>
                <a:latin typeface="Trebuchet MS"/>
              </a:rPr>
              <a:t>&lt;number&gt;</a:t>
            </a:fld>
            <a:endParaRPr b="0" lang="en-IN" sz="1100" spc="-1" strike="noStrike">
              <a:solidFill>
                <a:srgbClr val="000000"/>
              </a:solidFill>
              <a:latin typeface="Arial"/>
            </a:endParaRPr>
          </a:p>
        </p:txBody>
      </p:sp>
      <p:sp>
        <p:nvSpPr>
          <p:cNvPr id="438" name="PlaceHolder 1"/>
          <p:cNvSpPr>
            <a:spLocks noGrp="1"/>
          </p:cNvSpPr>
          <p:nvPr>
            <p:ph type="title"/>
          </p:nvPr>
        </p:nvSpPr>
        <p:spPr>
          <a:xfrm>
            <a:off x="677160" y="4800600"/>
            <a:ext cx="8596440" cy="566280"/>
          </a:xfrm>
          <a:prstGeom prst="rect">
            <a:avLst/>
          </a:prstGeom>
          <a:noFill/>
          <a:ln w="0">
            <a:noFill/>
          </a:ln>
        </p:spPr>
        <p:txBody>
          <a:bodyPr lIns="91440" rIns="91440" tIns="45720" bIns="45720" anchor="b">
            <a:normAutofit/>
          </a:bodyPr>
          <a:p>
            <a:pPr indent="0" defTabSz="457200">
              <a:lnSpc>
                <a:spcPct val="100000"/>
              </a:lnSpc>
              <a:buNone/>
            </a:pPr>
            <a:r>
              <a:rPr b="0" lang="en-US" sz="2400" spc="-1" strike="noStrike">
                <a:solidFill>
                  <a:schemeClr val="accent1"/>
                </a:solidFill>
                <a:latin typeface="Trebuchet MS"/>
              </a:rPr>
              <a:t>Click to edit Master title style</a:t>
            </a:r>
            <a:endParaRPr b="0" lang="en-US" sz="2400" spc="-1" strike="noStrike">
              <a:solidFill>
                <a:schemeClr val="dk1"/>
              </a:solidFill>
              <a:latin typeface="Trebuchet MS"/>
            </a:endParaRPr>
          </a:p>
        </p:txBody>
      </p:sp>
      <p:sp>
        <p:nvSpPr>
          <p:cNvPr id="439" name="PlaceHolder 2"/>
          <p:cNvSpPr>
            <a:spLocks noGrp="1"/>
          </p:cNvSpPr>
          <p:nvPr>
            <p:ph type="body"/>
          </p:nvPr>
        </p:nvSpPr>
        <p:spPr>
          <a:xfrm>
            <a:off x="677160" y="609480"/>
            <a:ext cx="8596440" cy="3845520"/>
          </a:xfrm>
          <a:prstGeom prst="rect">
            <a:avLst/>
          </a:prstGeom>
          <a:noFill/>
          <a:ln w="0">
            <a:noFill/>
          </a:ln>
        </p:spPr>
        <p:txBody>
          <a:bodyPr lIns="90000" rIns="90000" tIns="45000" bIns="45000" anchor="t">
            <a:normAutofit/>
          </a:bodyPr>
          <a:p>
            <a:pPr indent="0" algn="ctr" defTabSz="457200">
              <a:lnSpc>
                <a:spcPct val="100000"/>
              </a:lnSpc>
              <a:buNone/>
              <a:tabLst>
                <a:tab algn="l" pos="0"/>
              </a:tabLst>
            </a:pPr>
            <a:r>
              <a:rPr b="0" lang="en-US" sz="1600" spc="-1" strike="noStrike">
                <a:solidFill>
                  <a:schemeClr val="dk1"/>
                </a:solidFill>
                <a:latin typeface="Trebuchet MS"/>
              </a:rPr>
              <a:t>Click icon to add picture</a:t>
            </a:r>
            <a:endParaRPr b="0" lang="en-US" sz="1600" spc="-1" strike="noStrike">
              <a:solidFill>
                <a:schemeClr val="dk1">
                  <a:lumMod val="75000"/>
                  <a:lumOff val="25000"/>
                </a:schemeClr>
              </a:solidFill>
              <a:latin typeface="Trebuchet MS"/>
            </a:endParaRPr>
          </a:p>
        </p:txBody>
      </p:sp>
      <p:sp>
        <p:nvSpPr>
          <p:cNvPr id="440" name="PlaceHolder 3"/>
          <p:cNvSpPr>
            <a:spLocks noGrp="1"/>
          </p:cNvSpPr>
          <p:nvPr>
            <p:ph type="body"/>
          </p:nvPr>
        </p:nvSpPr>
        <p:spPr>
          <a:xfrm>
            <a:off x="677160" y="5367240"/>
            <a:ext cx="8596440" cy="67356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b="0" lang="en-US" sz="1200" spc="-1" strike="noStrike">
                <a:solidFill>
                  <a:schemeClr val="dk1">
                    <a:lumMod val="75000"/>
                    <a:lumOff val="25000"/>
                  </a:schemeClr>
                </a:solidFill>
                <a:latin typeface="Trebuchet MS"/>
              </a:rPr>
              <a:t>Click to edit Master text styles</a:t>
            </a:r>
            <a:endParaRPr b="0" lang="en-US" sz="1200" spc="-1" strike="noStrike">
              <a:solidFill>
                <a:schemeClr val="dk1">
                  <a:lumMod val="75000"/>
                  <a:lumOff val="25000"/>
                </a:schemeClr>
              </a:solidFill>
              <a:latin typeface="Trebuchet MS"/>
            </a:endParaRPr>
          </a:p>
        </p:txBody>
      </p:sp>
      <p:sp>
        <p:nvSpPr>
          <p:cNvPr id="441" name="PlaceHolder 4"/>
          <p:cNvSpPr>
            <a:spLocks noGrp="1"/>
          </p:cNvSpPr>
          <p:nvPr>
            <p:ph type="ftr" idx="46"/>
          </p:nvPr>
        </p:nvSpPr>
        <p:spPr>
          <a:xfrm>
            <a:off x="677160" y="6041520"/>
            <a:ext cx="6297120" cy="364680"/>
          </a:xfrm>
          <a:prstGeom prst="rect">
            <a:avLst/>
          </a:prstGeom>
          <a:noFill/>
          <a:ln w="0">
            <a:noFill/>
          </a:ln>
        </p:spPr>
        <p:txBody>
          <a:bodyPr lIns="91440" rIns="91440" tIns="45720" bIns="45720" anchor="ctr">
            <a:noAutofit/>
          </a:bodyPr>
          <a:lstStyle>
            <a:lvl1pPr indent="0" algn="ctr">
              <a:buNone/>
              <a:defRPr b="0" lang="en-IN" sz="1400" spc="-1" strike="noStrike">
                <a:solidFill>
                  <a:srgbClr val="000000"/>
                </a:solidFill>
                <a:latin typeface="Times New Roman"/>
              </a:defRPr>
            </a:lvl1pPr>
          </a:lstStyle>
          <a:p>
            <a:pPr indent="0" algn="ctr">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442" name="PlaceHolder 5"/>
          <p:cNvSpPr>
            <a:spLocks noGrp="1"/>
          </p:cNvSpPr>
          <p:nvPr>
            <p:ph type="sldNum" idx="47"/>
          </p:nvPr>
        </p:nvSpPr>
        <p:spPr>
          <a:xfrm>
            <a:off x="8590680" y="6041520"/>
            <a:ext cx="6829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accent1"/>
                </a:solidFill>
                <a:latin typeface="Trebuchet MS"/>
              </a:defRPr>
            </a:lvl1pPr>
          </a:lstStyle>
          <a:p>
            <a:pPr indent="0" algn="r" defTabSz="457200">
              <a:lnSpc>
                <a:spcPct val="100000"/>
              </a:lnSpc>
              <a:buNone/>
            </a:pPr>
            <a:fld id="{9B39E519-7BBF-4B5B-8CDD-EE791A053CE7}" type="slidenum">
              <a:rPr b="0" lang="en-US" sz="900" spc="-1" strike="noStrike">
                <a:solidFill>
                  <a:schemeClr val="accent1"/>
                </a:solidFill>
                <a:latin typeface="Trebuchet MS"/>
              </a:rPr>
              <a:t>&lt;number&gt;</a:t>
            </a:fld>
            <a:endParaRPr b="0" lang="en-IN" sz="900" spc="-1" strike="noStrike">
              <a:solidFill>
                <a:srgbClr val="000000"/>
              </a:solidFill>
              <a:latin typeface="Times New Roman"/>
            </a:endParaRPr>
          </a:p>
        </p:txBody>
      </p:sp>
      <p:sp>
        <p:nvSpPr>
          <p:cNvPr id="443" name="PlaceHolder 6"/>
          <p:cNvSpPr>
            <a:spLocks noGrp="1"/>
          </p:cNvSpPr>
          <p:nvPr>
            <p:ph type="dt" idx="48"/>
          </p:nvPr>
        </p:nvSpPr>
        <p:spPr>
          <a:xfrm>
            <a:off x="7205040" y="6041520"/>
            <a:ext cx="91152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900" spc="-1" strike="noStrike">
                <a:solidFill>
                  <a:schemeClr val="dk1">
                    <a:tint val="75000"/>
                  </a:schemeClr>
                </a:solidFill>
                <a:latin typeface="Trebuchet MS"/>
              </a:defRPr>
            </a:lvl1pPr>
          </a:lstStyle>
          <a:p>
            <a:pPr indent="0" algn="r" defTabSz="457200">
              <a:lnSpc>
                <a:spcPct val="100000"/>
              </a:lnSpc>
              <a:buNone/>
            </a:pPr>
            <a:r>
              <a:rPr b="0" lang="en-US" sz="900" spc="-1" strike="noStrike">
                <a:solidFill>
                  <a:schemeClr val="dk1">
                    <a:tint val="75000"/>
                  </a:schemeClr>
                </a:solidFill>
                <a:latin typeface="Trebuchet MS"/>
              </a:rPr>
              <a:t>&lt;date/time&gt;</a:t>
            </a:r>
            <a:endParaRPr b="0" lang="en-IN" sz="9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jpeg"/><Relationship Id="rId3" Type="http://schemas.openxmlformats.org/officeDocument/2006/relationships/slideLayout" Target="../slideLayouts/slideLayout11.xml"/>
</Relationships>
</file>

<file path=ppt/slides/_rels/slide3.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3.png"/><Relationship Id="rId3" Type="http://schemas.openxmlformats.org/officeDocument/2006/relationships/slideLayout" Target="../slideLayouts/slideLayout11.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1.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5.png"/><Relationship Id="rId3" Type="http://schemas.openxmlformats.org/officeDocument/2006/relationships/slideLayout" Target="../slideLayouts/slideLayout10.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6.png"/><Relationship Id="rId3" Type="http://schemas.openxmlformats.org/officeDocument/2006/relationships/slideLayout" Target="../slideLayouts/slideLayout11.xml"/>
</Relationships>
</file>

<file path=ppt/slides/_rels/slide7.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1.xml"/>
</Relationships>
</file>

<file path=ppt/slides/_rels/slide8.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1.xml"/>
</Relationships>
</file>

<file path=ppt/slides/_rels/slide9.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7.png"/><Relationship Id="rId3" Type="http://schemas.openxmlformats.org/officeDocument/2006/relationships/slideLayout" Target="../slideLayouts/slideLayout11.xml"/>
</Relationships>
</file>

<file path=ppt/slides/_rels/slide10.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1.xml"/>
</Relationships>
</file>

<file path=ppt/slides/_rels/slide1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1.xml"/>
</Relationships>
</file>

<file path=ppt/slides/_rels/slide12.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8.png"/><Relationship Id="rId3" Type="http://schemas.openxmlformats.org/officeDocument/2006/relationships/slideLayout" Target="../slideLayouts/slideLayout11.xml"/>
</Relationships>
</file>

<file path=ppt/slides/_rels/slide13.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1.xml"/>
</Relationships>
</file>

<file path=ppt/slides/_rels/slide14.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1.xml"/>
</Relationships>
</file>

<file path=ppt/slides/_rels/slide15.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1.xml"/>
</Relationships>
</file>

<file path=ppt/slides/_rels/slide16.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1.xml"/>
</Relationships>
</file>

<file path=ppt/slides/_rels/slide17.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9.jpeg"/><Relationship Id="rId3" Type="http://schemas.openxmlformats.org/officeDocument/2006/relationships/slideLayout" Target="../slideLayouts/slideLayout11.xml"/>
</Relationships>
</file>

<file path=ppt/slides/_rels/slide18.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0" name="PlaceHolder 1"/>
          <p:cNvSpPr>
            <a:spLocks noGrp="1"/>
          </p:cNvSpPr>
          <p:nvPr>
            <p:ph/>
          </p:nvPr>
        </p:nvSpPr>
        <p:spPr>
          <a:xfrm>
            <a:off x="1280160" y="3600000"/>
            <a:ext cx="6819840" cy="681120"/>
          </a:xfrm>
          <a:prstGeom prst="rect">
            <a:avLst/>
          </a:prstGeom>
          <a:noFill/>
          <a:ln w="0">
            <a:noFill/>
          </a:ln>
        </p:spPr>
        <p:txBody>
          <a:bodyPr lIns="91440" rIns="91440" tIns="45720" bIns="45720" anchor="t">
            <a:normAutofit fontScale="74952"/>
          </a:bodyPr>
          <a:p>
            <a:pPr indent="0" algn="just" defTabSz="457200">
              <a:lnSpc>
                <a:spcPct val="100000"/>
              </a:lnSpc>
              <a:spcBef>
                <a:spcPts val="1001"/>
              </a:spcBef>
              <a:buNone/>
              <a:tabLst>
                <a:tab algn="l" pos="0"/>
              </a:tabLst>
            </a:pPr>
            <a:r>
              <a:rPr b="1" lang="en-US" sz="2000" spc="-1" strike="noStrike">
                <a:solidFill>
                  <a:schemeClr val="dk1"/>
                </a:solidFill>
                <a:latin typeface="Trebuchet MS"/>
              </a:rPr>
              <a:t>Faraaz Ahmad</a:t>
            </a:r>
            <a:endParaRPr b="0" lang="en-US" sz="2000" spc="-1" strike="noStrike">
              <a:solidFill>
                <a:schemeClr val="dk1">
                  <a:lumMod val="75000"/>
                  <a:lumOff val="25000"/>
                </a:schemeClr>
              </a:solidFill>
              <a:latin typeface="Trebuchet MS"/>
            </a:endParaRPr>
          </a:p>
          <a:p>
            <a:pPr indent="0" algn="just" defTabSz="457200">
              <a:lnSpc>
                <a:spcPct val="100000"/>
              </a:lnSpc>
              <a:spcBef>
                <a:spcPts val="1001"/>
              </a:spcBef>
              <a:buNone/>
              <a:tabLst>
                <a:tab algn="l" pos="0"/>
              </a:tabLst>
            </a:pPr>
            <a:r>
              <a:rPr b="1" lang="en-US" sz="2000" spc="-1" strike="noStrike">
                <a:solidFill>
                  <a:schemeClr val="dk1"/>
                </a:solidFill>
                <a:latin typeface="Trebuchet MS"/>
              </a:rPr>
              <a:t>MAULANA AZAD COLLEGE OF ENGINEERING AND TECHNOLOGY</a:t>
            </a:r>
            <a:endParaRPr b="0" lang="en-US" sz="2000" spc="-1" strike="noStrike">
              <a:solidFill>
                <a:schemeClr val="dk1">
                  <a:lumMod val="75000"/>
                  <a:lumOff val="25000"/>
                </a:schemeClr>
              </a:solidFill>
              <a:latin typeface="Trebuchet MS"/>
            </a:endParaRPr>
          </a:p>
        </p:txBody>
      </p:sp>
      <p:sp>
        <p:nvSpPr>
          <p:cNvPr id="451" name="PlaceHolder 2"/>
          <p:cNvSpPr>
            <a:spLocks noGrp="1"/>
          </p:cNvSpPr>
          <p:nvPr>
            <p:ph type="title"/>
          </p:nvPr>
        </p:nvSpPr>
        <p:spPr>
          <a:xfrm>
            <a:off x="720000" y="2880000"/>
            <a:ext cx="9138240" cy="743040"/>
          </a:xfrm>
          <a:prstGeom prst="rect">
            <a:avLst/>
          </a:prstGeom>
          <a:noFill/>
          <a:ln w="0">
            <a:noFill/>
          </a:ln>
        </p:spPr>
        <p:txBody>
          <a:bodyPr lIns="91440" rIns="91440" tIns="45720" bIns="45720" anchor="t">
            <a:normAutofit/>
          </a:bodyPr>
          <a:p>
            <a:pPr indent="0" algn="ctr" defTabSz="457200">
              <a:lnSpc>
                <a:spcPct val="100000"/>
              </a:lnSpc>
              <a:buNone/>
            </a:pPr>
            <a:r>
              <a:rPr b="1" lang="en-GB" sz="3200" spc="-1" strike="noStrike">
                <a:solidFill>
                  <a:schemeClr val="dk1"/>
                </a:solidFill>
                <a:latin typeface="Trebuchet MS"/>
              </a:rPr>
              <a:t>Seasonal Agriculture Performance Analysis</a:t>
            </a:r>
            <a:endParaRPr b="1" lang="en-US" sz="3200" spc="-1" strike="noStrike">
              <a:solidFill>
                <a:schemeClr val="dk1"/>
              </a:solidFill>
              <a:latin typeface="Trebuchet MS"/>
            </a:endParaRPr>
          </a:p>
        </p:txBody>
      </p:sp>
      <p:sp>
        <p:nvSpPr>
          <p:cNvPr id="452" name="Text Placeholder 1"/>
          <p:cNvSpPr/>
          <p:nvPr/>
        </p:nvSpPr>
        <p:spPr>
          <a:xfrm>
            <a:off x="6400800" y="2793960"/>
            <a:ext cx="3311640" cy="861120"/>
          </a:xfrm>
          <a:prstGeom prst="rect">
            <a:avLst/>
          </a:prstGeom>
          <a:noFill/>
          <a:ln w="0">
            <a:noFill/>
          </a:ln>
        </p:spPr>
        <p:style>
          <a:lnRef idx="0"/>
          <a:fillRef idx="0"/>
          <a:effectRef idx="0"/>
          <a:fontRef idx="minor"/>
        </p:style>
        <p:txBody>
          <a:bodyPr anchor="t">
            <a:normAutofit/>
          </a:bodyPr>
          <a:p>
            <a:pPr defTabSz="457200">
              <a:lnSpc>
                <a:spcPct val="100000"/>
              </a:lnSpc>
              <a:spcBef>
                <a:spcPts val="1001"/>
              </a:spcBef>
              <a:tabLst>
                <a:tab algn="l" pos="0"/>
              </a:tabLst>
            </a:pPr>
            <a:endParaRPr b="1" lang="en-GB" sz="2400" spc="-1" strike="noStrike">
              <a:solidFill>
                <a:schemeClr val="accent4"/>
              </a:solidFill>
              <a:latin typeface="Trebuchet MS"/>
            </a:endParaRPr>
          </a:p>
        </p:txBody>
      </p:sp>
      <p:pic>
        <p:nvPicPr>
          <p:cNvPr id="453" name="Picture 5" descr=""/>
          <p:cNvPicPr/>
          <p:nvPr/>
        </p:nvPicPr>
        <p:blipFill>
          <a:blip r:embed="rId1"/>
          <a:srcRect l="0" t="96179" r="0" b="0"/>
          <a:stretch/>
        </p:blipFill>
        <p:spPr>
          <a:xfrm>
            <a:off x="676080" y="6472080"/>
            <a:ext cx="2142720" cy="192600"/>
          </a:xfrm>
          <a:prstGeom prst="rect">
            <a:avLst/>
          </a:prstGeom>
          <a:ln w="0">
            <a:noFill/>
          </a:ln>
        </p:spPr>
      </p:pic>
      <p:sp>
        <p:nvSpPr>
          <p:cNvPr id="454" name="TextBox 2"/>
          <p:cNvSpPr/>
          <p:nvPr/>
        </p:nvSpPr>
        <p:spPr>
          <a:xfrm>
            <a:off x="1317240" y="4495320"/>
            <a:ext cx="6242760" cy="36468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1" lang="en-US" sz="1800" spc="-1" strike="noStrike">
                <a:solidFill>
                  <a:schemeClr val="dk1"/>
                </a:solidFill>
                <a:latin typeface="Trebuchet MS"/>
              </a:rPr>
              <a:t>AICTE STU ID :  STU6a6caa6654c4e1785506406  </a:t>
            </a:r>
            <a:endParaRPr b="0" lang="en-IN"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26">
                                  <p:stCondLst>
                                    <p:cond delay="0"/>
                                  </p:stCondLst>
                                  <p:childTnLst>
                                    <p:set>
                                      <p:cBhvr>
                                        <p:cTn id="6" dur="1" fill="hold">
                                          <p:stCondLst>
                                            <p:cond delay="0"/>
                                          </p:stCondLst>
                                        </p:cTn>
                                        <p:tgtEl>
                                          <p:spTgt spid="451"/>
                                        </p:tgtEl>
                                        <p:attrNameLst>
                                          <p:attrName>style.visibility</p:attrName>
                                        </p:attrNameLst>
                                      </p:cBhvr>
                                      <p:to>
                                        <p:strVal val="visible"/>
                                      </p:to>
                                    </p:set>
                                    <p:animEffect filter="wipe(down)" transition="in">
                                      <p:cBhvr additive="repl">
                                        <p:cTn id="7" dur="580">
                                          <p:stCondLst>
                                            <p:cond delay="0"/>
                                          </p:stCondLst>
                                        </p:cTn>
                                        <p:tgtEl>
                                          <p:spTgt spid="451"/>
                                        </p:tgtEl>
                                      </p:cBhvr>
                                    </p:animEffect>
                                    <p:anim calcmode="lin" valueType="num">
                                      <p:cBhvr additive="repl">
                                        <p:cTn id="8" dur="1822">
                                          <p:stCondLst>
                                            <p:cond delay="0"/>
                                          </p:stCondLst>
                                        </p:cTn>
                                        <p:tgtEl>
                                          <p:spTgt spid="451"/>
                                        </p:tgtEl>
                                        <p:attrNameLst>
                                          <p:attrName>ppt_x</p:attrName>
                                        </p:attrNameLst>
                                      </p:cBhvr>
                                      <p:tavLst>
                                        <p:tav tm="0">
                                          <p:val>
                                            <p:strVal val="#ppt_x-0.25"/>
                                          </p:val>
                                        </p:tav>
                                        <p:tav tm="100000">
                                          <p:val>
                                            <p:strVal val="#ppt_x"/>
                                          </p:val>
                                        </p:tav>
                                      </p:tavLst>
                                    </p:anim>
                                    <p:anim calcmode="lin" valueType="num">
                                      <p:cBhvr additive="repl">
                                        <p:cTn id="9" dur="664">
                                          <p:stCondLst>
                                            <p:cond delay="0"/>
                                          </p:stCondLst>
                                        </p:cTn>
                                        <p:tgtEl>
                                          <p:spTgt spid="451"/>
                                        </p:tgtEl>
                                        <p:attrNameLst>
                                          <p:attrName>ppt_y</p:attrName>
                                        </p:attrNameLst>
                                      </p:cBhvr>
                                      <p:tavLst>
                                        <p:tav fmla="y-sin(pi*$)/3" tm="0">
                                          <p:val>
                                            <p:fltVal val="0.5"/>
                                          </p:val>
                                        </p:tav>
                                        <p:tav fmla="y-sin(pi*$)/3" tm="100000">
                                          <p:val>
                                            <p:fltVal val="1"/>
                                          </p:val>
                                        </p:tav>
                                      </p:tavLst>
                                    </p:anim>
                                    <p:anim calcmode="lin" valueType="num">
                                      <p:cBhvr additive="repl">
                                        <p:cTn id="10" dur="664">
                                          <p:stCondLst>
                                            <p:cond delay="664"/>
                                          </p:stCondLst>
                                        </p:cTn>
                                        <p:tgtEl>
                                          <p:spTgt spid="451"/>
                                        </p:tgtEl>
                                        <p:attrNameLst>
                                          <p:attrName>ppt_y</p:attrName>
                                        </p:attrNameLst>
                                      </p:cBhvr>
                                      <p:tavLst>
                                        <p:tav fmla="y-sin(pi*$)/9" tm="0">
                                          <p:val>
                                            <p:fltVal val="0"/>
                                          </p:val>
                                        </p:tav>
                                        <p:tav fmla="y-sin(pi*$)/9" tm="100000">
                                          <p:val>
                                            <p:fltVal val="1"/>
                                          </p:val>
                                        </p:tav>
                                      </p:tavLst>
                                    </p:anim>
                                    <p:anim calcmode="lin" valueType="num">
                                      <p:cBhvr additive="repl">
                                        <p:cTn id="11" dur="332">
                                          <p:stCondLst>
                                            <p:cond delay="1324"/>
                                          </p:stCondLst>
                                        </p:cTn>
                                        <p:tgtEl>
                                          <p:spTgt spid="451"/>
                                        </p:tgtEl>
                                        <p:attrNameLst>
                                          <p:attrName>ppt_y</p:attrName>
                                        </p:attrNameLst>
                                      </p:cBhvr>
                                      <p:tavLst>
                                        <p:tav fmla="y-sin(pi*$)/27" tm="0">
                                          <p:val>
                                            <p:fltVal val="0"/>
                                          </p:val>
                                        </p:tav>
                                        <p:tav fmla="y-sin(pi*$)/27" tm="100000">
                                          <p:val>
                                            <p:fltVal val="1"/>
                                          </p:val>
                                        </p:tav>
                                      </p:tavLst>
                                    </p:anim>
                                    <p:anim calcmode="lin" valueType="num">
                                      <p:cBhvr additive="repl">
                                        <p:cTn id="12" dur="164">
                                          <p:stCondLst>
                                            <p:cond delay="1656"/>
                                          </p:stCondLst>
                                        </p:cTn>
                                        <p:tgtEl>
                                          <p:spTgt spid="451"/>
                                        </p:tgtEl>
                                        <p:attrNameLst>
                                          <p:attrName>ppt_y</p:attrName>
                                        </p:attrNameLst>
                                      </p:cBhvr>
                                      <p:tavLst>
                                        <p:tav fmla="y-sin(pi*$)/81" tm="0">
                                          <p:val>
                                            <p:fltVal val="0"/>
                                          </p:val>
                                        </p:tav>
                                        <p:tav fmla="y-sin(pi*$)/81" tm="100000">
                                          <p:val>
                                            <p:fltVal val="1"/>
                                          </p:val>
                                        </p:tav>
                                      </p:tavLst>
                                    </p:anim>
                                    <p:animScale>
                                      <p:cBhvr>
                                        <p:cTn id="13" dur="26" fill="hold">
                                          <p:stCondLst>
                                            <p:cond delay="650"/>
                                          </p:stCondLst>
                                        </p:cTn>
                                        <p:tgtEl>
                                          <p:spTgt spid="451"/>
                                        </p:tgtEl>
                                      </p:cBhvr>
                                      <p:to x="100000" y="60000"/>
                                    </p:animScale>
                                    <p:animScale>
                                      <p:cBhvr>
                                        <p:cTn id="14" dur="166" fill="hold">
                                          <p:stCondLst>
                                            <p:cond delay="676"/>
                                          </p:stCondLst>
                                        </p:cTn>
                                        <p:tgtEl>
                                          <p:spTgt spid="451"/>
                                        </p:tgtEl>
                                      </p:cBhvr>
                                      <p:to x="100000" y="100000"/>
                                    </p:animScale>
                                    <p:animScale>
                                      <p:cBhvr>
                                        <p:cTn id="15" dur="26" fill="hold">
                                          <p:stCondLst>
                                            <p:cond delay="1312"/>
                                          </p:stCondLst>
                                        </p:cTn>
                                        <p:tgtEl>
                                          <p:spTgt spid="451"/>
                                        </p:tgtEl>
                                      </p:cBhvr>
                                      <p:to x="100000" y="80000"/>
                                    </p:animScale>
                                    <p:animScale>
                                      <p:cBhvr>
                                        <p:cTn id="16" dur="166" fill="hold">
                                          <p:stCondLst>
                                            <p:cond delay="1338"/>
                                          </p:stCondLst>
                                        </p:cTn>
                                        <p:tgtEl>
                                          <p:spTgt spid="451"/>
                                        </p:tgtEl>
                                      </p:cBhvr>
                                      <p:to x="100000" y="100000"/>
                                    </p:animScale>
                                    <p:animScale>
                                      <p:cBhvr>
                                        <p:cTn id="17" dur="26" fill="hold">
                                          <p:stCondLst>
                                            <p:cond delay="1642"/>
                                          </p:stCondLst>
                                        </p:cTn>
                                        <p:tgtEl>
                                          <p:spTgt spid="451"/>
                                        </p:tgtEl>
                                      </p:cBhvr>
                                      <p:to x="100000" y="90000"/>
                                    </p:animScale>
                                    <p:animScale>
                                      <p:cBhvr>
                                        <p:cTn id="18" dur="166" fill="hold">
                                          <p:stCondLst>
                                            <p:cond delay="1668"/>
                                          </p:stCondLst>
                                        </p:cTn>
                                        <p:tgtEl>
                                          <p:spTgt spid="451"/>
                                        </p:tgtEl>
                                      </p:cBhvr>
                                      <p:to x="100000" y="100000"/>
                                    </p:animScale>
                                    <p:animScale>
                                      <p:cBhvr>
                                        <p:cTn id="19" dur="26" fill="hold">
                                          <p:stCondLst>
                                            <p:cond delay="1808"/>
                                          </p:stCondLst>
                                        </p:cTn>
                                        <p:tgtEl>
                                          <p:spTgt spid="451"/>
                                        </p:tgtEl>
                                      </p:cBhvr>
                                      <p:to x="100000" y="95000"/>
                                    </p:animScale>
                                    <p:animScale>
                                      <p:cBhvr>
                                        <p:cTn id="20" dur="166" fill="hold">
                                          <p:stCondLst>
                                            <p:cond delay="1834"/>
                                          </p:stCondLst>
                                        </p:cTn>
                                        <p:tgtEl>
                                          <p:spTgt spid="451"/>
                                        </p:tgtEl>
                                      </p:cBhvr>
                                      <p:to x="100000" y="100000"/>
                                    </p:animScale>
                                  </p:childTnLst>
                                </p:cTn>
                              </p:par>
                            </p:childTnLst>
                          </p:cTn>
                        </p:par>
                      </p:childTnLst>
                    </p:cTn>
                  </p:par>
                  <p:par>
                    <p:cTn id="21" fill="hold">
                      <p:stCondLst>
                        <p:cond delay="indefinite"/>
                      </p:stCondLst>
                      <p:childTnLst>
                        <p:par>
                          <p:cTn id="22" fill="hold">
                            <p:stCondLst>
                              <p:cond delay="0"/>
                            </p:stCondLst>
                            <p:childTnLst>
                              <p:par>
                                <p:cTn id="23" nodeType="clickEffect" fill="hold" presetClass="entr" presetID="53" presetSubtype="16">
                                  <p:stCondLst>
                                    <p:cond delay="0"/>
                                  </p:stCondLst>
                                  <p:endCondLst>
                                    <p:cond delay="0" evt="begin">
                                      <p:tn val="23"/>
                                    </p:cond>
                                  </p:endCondLst>
                                  <p:childTnLst>
                                    <p:set>
                                      <p:cBhvr>
                                        <p:cTn id="24" dur="1" fill="hold">
                                          <p:stCondLst>
                                            <p:cond delay="0"/>
                                          </p:stCondLst>
                                        </p:cTn>
                                        <p:tgtEl>
                                          <p:spTgt spid="452"/>
                                        </p:tgtEl>
                                        <p:attrNameLst>
                                          <p:attrName>style.visibility</p:attrName>
                                        </p:attrNameLst>
                                      </p:cBhvr>
                                      <p:to>
                                        <p:strVal val="visible"/>
                                      </p:to>
                                    </p:set>
                                    <p:anim calcmode="lin" valueType="num">
                                      <p:cBhvr additive="repl">
                                        <p:cTn id="25" dur="500" fill="hold"/>
                                        <p:tgtEl>
                                          <p:spTgt spid="452"/>
                                        </p:tgtEl>
                                        <p:attrNameLst>
                                          <p:attrName>ppt_w</p:attrName>
                                        </p:attrNameLst>
                                      </p:cBhvr>
                                      <p:tavLst>
                                        <p:tav tm="0">
                                          <p:val>
                                            <p:fltVal val="0"/>
                                          </p:val>
                                        </p:tav>
                                        <p:tav tm="100000">
                                          <p:val>
                                            <p:strVal val="#ppt_w"/>
                                          </p:val>
                                        </p:tav>
                                      </p:tavLst>
                                    </p:anim>
                                    <p:anim calcmode="lin" valueType="num">
                                      <p:cBhvr additive="repl">
                                        <p:cTn id="26" dur="500" fill="hold"/>
                                        <p:tgtEl>
                                          <p:spTgt spid="452"/>
                                        </p:tgtEl>
                                        <p:attrNameLst>
                                          <p:attrName>ppt_h</p:attrName>
                                        </p:attrNameLst>
                                      </p:cBhvr>
                                      <p:tavLst>
                                        <p:tav tm="0">
                                          <p:val>
                                            <p:fltVal val="0"/>
                                          </p:val>
                                        </p:tav>
                                        <p:tav tm="100000">
                                          <p:val>
                                            <p:strVal val="#ppt_h"/>
                                          </p:val>
                                        </p:tav>
                                      </p:tavLst>
                                    </p:anim>
                                    <p:animEffect filter="fade" transition="in">
                                      <p:cBhvr additive="repl">
                                        <p:cTn id="27" dur="500"/>
                                        <p:tgtEl>
                                          <p:spTgt spid="452"/>
                                        </p:tgtEl>
                                      </p:cBhvr>
                                    </p:animEffect>
                                  </p:childTnLst>
                                </p:cTn>
                              </p:par>
                            </p:childTnLst>
                          </p:cTn>
                        </p:par>
                      </p:childTnLst>
                    </p:cTn>
                  </p:par>
                  <p:par>
                    <p:cTn id="28" fill="hold">
                      <p:stCondLst>
                        <p:cond delay="indefinite"/>
                      </p:stCondLst>
                      <p:childTnLst>
                        <p:par>
                          <p:cTn id="29" fill="hold">
                            <p:stCondLst>
                              <p:cond delay="0"/>
                            </p:stCondLst>
                            <p:childTnLst>
                              <p:par>
                                <p:cTn id="30" nodeType="clickEffect" fill="hold" presetClass="entr" presetID="14" presetSubtype="10">
                                  <p:stCondLst>
                                    <p:cond delay="0"/>
                                  </p:stCondLst>
                                  <p:childTnLst>
                                    <p:set>
                                      <p:cBhvr>
                                        <p:cTn id="31" dur="1" fill="hold">
                                          <p:stCondLst>
                                            <p:cond delay="0"/>
                                          </p:stCondLst>
                                        </p:cTn>
                                        <p:tgtEl>
                                          <p:spTgt spid="450">
                                            <p:txEl>
                                              <p:pRg st="0" end="0"/>
                                            </p:txEl>
                                          </p:spTgt>
                                        </p:tgtEl>
                                        <p:attrNameLst>
                                          <p:attrName>style.visibility</p:attrName>
                                        </p:attrNameLst>
                                      </p:cBhvr>
                                      <p:to>
                                        <p:strVal val="visible"/>
                                      </p:to>
                                    </p:set>
                                    <p:animEffect filter="randombar(horizontal)" transition="in">
                                      <p:cBhvr additive="repl">
                                        <p:cTn id="32" dur="500"/>
                                        <p:tgtEl>
                                          <p:spTgt spid="450">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nodeType="clickEffect" fill="hold" presetClass="entr" presetID="14" presetSubtype="10">
                                  <p:stCondLst>
                                    <p:cond delay="0"/>
                                  </p:stCondLst>
                                  <p:childTnLst>
                                    <p:set>
                                      <p:cBhvr>
                                        <p:cTn id="36" dur="1" fill="hold">
                                          <p:stCondLst>
                                            <p:cond delay="0"/>
                                          </p:stCondLst>
                                        </p:cTn>
                                        <p:tgtEl>
                                          <p:spTgt spid="450">
                                            <p:txEl>
                                              <p:pRg st="1" end="1"/>
                                            </p:txEl>
                                          </p:spTgt>
                                        </p:tgtEl>
                                        <p:attrNameLst>
                                          <p:attrName>style.visibility</p:attrName>
                                        </p:attrNameLst>
                                      </p:cBhvr>
                                      <p:to>
                                        <p:strVal val="visible"/>
                                      </p:to>
                                    </p:set>
                                    <p:animEffect filter="randombar(horizontal)" transition="in">
                                      <p:cBhvr additive="repl">
                                        <p:cTn id="37" dur="500"/>
                                        <p:tgtEl>
                                          <p:spTgt spid="450">
                                            <p:txEl>
                                              <p:pRg st="1" end="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p:nvPr>
        </p:nvSpPr>
        <p:spPr>
          <a:xfrm>
            <a:off x="1046520" y="1875600"/>
            <a:ext cx="6431040" cy="3607560"/>
          </a:xfrm>
          <a:prstGeom prst="rect">
            <a:avLst/>
          </a:prstGeom>
          <a:noFill/>
          <a:ln w="0">
            <a:noFill/>
          </a:ln>
        </p:spPr>
        <p:txBody>
          <a:bodyPr lIns="91440" rIns="91440" tIns="45720" bIns="45720" anchor="t">
            <a:normAutofit fontScale="68456" lnSpcReduction="10000"/>
          </a:bodyPr>
          <a:p>
            <a:pPr marL="343080" indent="-343080" defTabSz="457200">
              <a:lnSpc>
                <a:spcPct val="100000"/>
              </a:lnSpc>
              <a:spcBef>
                <a:spcPts val="1001"/>
              </a:spcBef>
              <a:buClr>
                <a:srgbClr val="2e946b"/>
              </a:buClr>
              <a:buSzPct val="80000"/>
              <a:buFont typeface="Wingdings" charset="2"/>
              <a:buChar char=""/>
            </a:pPr>
            <a:r>
              <a:rPr b="0" lang="en-IN" sz="2800" spc="-1" strike="noStrike">
                <a:solidFill>
                  <a:schemeClr val="dk1">
                    <a:lumMod val="75000"/>
                    <a:lumOff val="25000"/>
                  </a:schemeClr>
                </a:solidFill>
                <a:latin typeface="Trebuchet MS"/>
              </a:rPr>
              <a:t>(</a:t>
            </a:r>
            <a:r>
              <a:rPr b="0" lang="en-US" sz="2800" spc="-1" strike="noStrike">
                <a:solidFill>
                  <a:schemeClr val="dk1">
                    <a:lumMod val="75000"/>
                    <a:lumOff val="25000"/>
                  </a:schemeClr>
                </a:solidFill>
                <a:latin typeface="Trebuchet MS"/>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b="0" lang="en-US" sz="2800" spc="-1" strike="noStrike">
              <a:solidFill>
                <a:schemeClr val="dk1">
                  <a:lumMod val="75000"/>
                  <a:lumOff val="25000"/>
                </a:schemeClr>
              </a:solidFill>
              <a:latin typeface="Trebuchet MS"/>
            </a:endParaRPr>
          </a:p>
        </p:txBody>
      </p:sp>
      <p:sp>
        <p:nvSpPr>
          <p:cNvPr id="456" name="PlaceHolder 2"/>
          <p:cNvSpPr>
            <a:spLocks noGrp="1"/>
          </p:cNvSpPr>
          <p:nvPr>
            <p:ph type="title"/>
          </p:nvPr>
        </p:nvSpPr>
        <p:spPr>
          <a:xfrm>
            <a:off x="754560" y="550440"/>
            <a:ext cx="6995160" cy="789840"/>
          </a:xfrm>
          <a:prstGeom prst="rect">
            <a:avLst/>
          </a:prstGeom>
          <a:noFill/>
          <a:ln w="0">
            <a:noFill/>
          </a:ln>
        </p:spPr>
        <p:txBody>
          <a:bodyPr lIns="91440" rIns="91440" tIns="45720" bIns="45720" anchor="t">
            <a:normAutofit fontScale="98144"/>
          </a:bodyPr>
          <a:p>
            <a:pPr indent="0" defTabSz="457200">
              <a:lnSpc>
                <a:spcPct val="100000"/>
              </a:lnSpc>
              <a:buNone/>
            </a:pPr>
            <a:r>
              <a:rPr b="1" lang="en-US" sz="4800" spc="-1" strike="noStrike">
                <a:solidFill>
                  <a:schemeClr val="dk1"/>
                </a:solidFill>
                <a:latin typeface="Trebuchet MS"/>
              </a:rPr>
              <a:t>PROBLEM  STATEMENT</a:t>
            </a:r>
            <a:endParaRPr b="0" lang="en-US" sz="4800" spc="-1" strike="noStrike">
              <a:solidFill>
                <a:schemeClr val="dk1"/>
              </a:solidFill>
              <a:latin typeface="Trebuchet MS"/>
            </a:endParaRPr>
          </a:p>
        </p:txBody>
      </p:sp>
      <p:pic>
        <p:nvPicPr>
          <p:cNvPr id="457" name="Picture 4" descr=""/>
          <p:cNvPicPr/>
          <p:nvPr/>
        </p:nvPicPr>
        <p:blipFill>
          <a:blip r:embed="rId1"/>
          <a:stretch/>
        </p:blipFill>
        <p:spPr>
          <a:xfrm>
            <a:off x="7995600" y="2930760"/>
            <a:ext cx="2760480" cy="3264120"/>
          </a:xfrm>
          <a:prstGeom prst="rect">
            <a:avLst/>
          </a:prstGeom>
          <a:ln w="0">
            <a:noFill/>
          </a:ln>
        </p:spPr>
      </p:pic>
      <p:pic>
        <p:nvPicPr>
          <p:cNvPr id="458" name="Picture 5" descr=""/>
          <p:cNvPicPr/>
          <p:nvPr/>
        </p:nvPicPr>
        <p:blipFill>
          <a:blip r:embed="rId2"/>
          <a:srcRect l="0" t="96179" r="0" b="0"/>
          <a:stretch/>
        </p:blipFill>
        <p:spPr>
          <a:xfrm>
            <a:off x="676080" y="6472080"/>
            <a:ext cx="2142720" cy="192600"/>
          </a:xfrm>
          <a:prstGeom prst="rect">
            <a:avLst/>
          </a:prstGeom>
          <a:ln w="0">
            <a:noFill/>
          </a:ln>
        </p:spPr>
      </p:pic>
    </p:spTree>
  </p:cSld>
  <mc:AlternateContent>
    <mc:Choice Requires="p14">
      <p:transition spd="slow" p14:dur="2000"/>
    </mc:Choice>
    <mc:Fallback>
      <p:transition spd="slow"/>
    </mc:Fallback>
  </mc:AlternateContent>
  <p:timing>
    <p:tnLst>
      <p:par>
        <p:cTn id="38" dur="indefinite" restart="never" nodeType="tmRoot">
          <p:childTnLst>
            <p:seq>
              <p:cTn id="39" dur="indefinite" nodeType="mainSeq">
                <p:childTnLst>
                  <p:par>
                    <p:cTn id="40" fill="hold">
                      <p:stCondLst>
                        <p:cond delay="indefinite"/>
                      </p:stCondLst>
                      <p:childTnLst>
                        <p:par>
                          <p:cTn id="41" fill="hold">
                            <p:stCondLst>
                              <p:cond delay="0"/>
                            </p:stCondLst>
                            <p:childTnLst>
                              <p:par>
                                <p:cTn id="42" nodeType="clickEffect" fill="hold" presetClass="entr" presetID="53" presetSubtype="16">
                                  <p:stCondLst>
                                    <p:cond delay="0"/>
                                  </p:stCondLst>
                                  <p:childTnLst>
                                    <p:set>
                                      <p:cBhvr>
                                        <p:cTn id="43" dur="1" fill="hold">
                                          <p:stCondLst>
                                            <p:cond delay="0"/>
                                          </p:stCondLst>
                                        </p:cTn>
                                        <p:tgtEl>
                                          <p:spTgt spid="456"/>
                                        </p:tgtEl>
                                        <p:attrNameLst>
                                          <p:attrName>style.visibility</p:attrName>
                                        </p:attrNameLst>
                                      </p:cBhvr>
                                      <p:to>
                                        <p:strVal val="visible"/>
                                      </p:to>
                                    </p:set>
                                    <p:anim calcmode="lin" valueType="num">
                                      <p:cBhvr additive="repl">
                                        <p:cTn id="44" dur="500" fill="hold"/>
                                        <p:tgtEl>
                                          <p:spTgt spid="456"/>
                                        </p:tgtEl>
                                        <p:attrNameLst>
                                          <p:attrName>ppt_w</p:attrName>
                                        </p:attrNameLst>
                                      </p:cBhvr>
                                      <p:tavLst>
                                        <p:tav tm="0">
                                          <p:val>
                                            <p:fltVal val="0"/>
                                          </p:val>
                                        </p:tav>
                                        <p:tav tm="100000">
                                          <p:val>
                                            <p:strVal val="#ppt_w"/>
                                          </p:val>
                                        </p:tav>
                                      </p:tavLst>
                                    </p:anim>
                                    <p:anim calcmode="lin" valueType="num">
                                      <p:cBhvr additive="repl">
                                        <p:cTn id="45" dur="500" fill="hold"/>
                                        <p:tgtEl>
                                          <p:spTgt spid="456"/>
                                        </p:tgtEl>
                                        <p:attrNameLst>
                                          <p:attrName>ppt_h</p:attrName>
                                        </p:attrNameLst>
                                      </p:cBhvr>
                                      <p:tavLst>
                                        <p:tav tm="0">
                                          <p:val>
                                            <p:fltVal val="0"/>
                                          </p:val>
                                        </p:tav>
                                        <p:tav tm="100000">
                                          <p:val>
                                            <p:strVal val="#ppt_h"/>
                                          </p:val>
                                        </p:tav>
                                      </p:tavLst>
                                    </p:anim>
                                    <p:animEffect filter="fade" transition="in">
                                      <p:cBhvr additive="repl">
                                        <p:cTn id="46" dur="500"/>
                                        <p:tgtEl>
                                          <p:spTgt spid="456"/>
                                        </p:tgtEl>
                                      </p:cBhvr>
                                    </p:animEffect>
                                  </p:childTnLst>
                                </p:cTn>
                              </p:par>
                            </p:childTnLst>
                          </p:cTn>
                        </p:par>
                      </p:childTnLst>
                    </p:cTn>
                  </p:par>
                  <p:par>
                    <p:cTn id="47" fill="hold">
                      <p:stCondLst>
                        <p:cond delay="indefinite"/>
                      </p:stCondLst>
                      <p:childTnLst>
                        <p:par>
                          <p:cTn id="48" fill="hold">
                            <p:stCondLst>
                              <p:cond delay="0"/>
                            </p:stCondLst>
                            <p:childTnLst>
                              <p:par>
                                <p:cTn id="49" nodeType="clickEffect" fill="hold" presetClass="entr" presetID="42">
                                  <p:stCondLst>
                                    <p:cond delay="0"/>
                                  </p:stCondLst>
                                  <p:childTnLst>
                                    <p:set>
                                      <p:cBhvr>
                                        <p:cTn id="50" dur="1" fill="hold">
                                          <p:stCondLst>
                                            <p:cond delay="0"/>
                                          </p:stCondLst>
                                        </p:cTn>
                                        <p:tgtEl>
                                          <p:spTgt spid="455">
                                            <p:txEl>
                                              <p:pRg st="0" end="0"/>
                                            </p:txEl>
                                          </p:spTgt>
                                        </p:tgtEl>
                                        <p:attrNameLst>
                                          <p:attrName>style.visibility</p:attrName>
                                        </p:attrNameLst>
                                      </p:cBhvr>
                                      <p:to>
                                        <p:strVal val="visible"/>
                                      </p:to>
                                    </p:set>
                                    <p:animEffect filter="fade" transition="in">
                                      <p:cBhvr additive="repl">
                                        <p:cTn id="51" dur="1000"/>
                                        <p:tgtEl>
                                          <p:spTgt spid="455">
                                            <p:txEl>
                                              <p:pRg st="0" end="0"/>
                                            </p:txEl>
                                          </p:spTgt>
                                        </p:tgtEl>
                                      </p:cBhvr>
                                    </p:animEffect>
                                    <p:anim calcmode="lin" valueType="num">
                                      <p:cBhvr additive="repl">
                                        <p:cTn id="52" dur="1000" fill="hold"/>
                                        <p:tgtEl>
                                          <p:spTgt spid="455">
                                            <p:txEl>
                                              <p:pRg st="0" end="0"/>
                                            </p:txEl>
                                          </p:spTgt>
                                        </p:tgtEl>
                                        <p:attrNameLst>
                                          <p:attrName>ppt_x</p:attrName>
                                        </p:attrNameLst>
                                      </p:cBhvr>
                                      <p:tavLst>
                                        <p:tav tm="0">
                                          <p:val>
                                            <p:strVal val="#ppt_x"/>
                                          </p:val>
                                        </p:tav>
                                        <p:tav tm="100000">
                                          <p:val>
                                            <p:strVal val="#ppt_x"/>
                                          </p:val>
                                        </p:tav>
                                      </p:tavLst>
                                    </p:anim>
                                    <p:anim calcmode="lin" valueType="num">
                                      <p:cBhvr additive="repl">
                                        <p:cTn id="53" dur="1000" fill="hold"/>
                                        <p:tgtEl>
                                          <p:spTgt spid="455">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lumMod val="95000"/>
          </a:schemeClr>
        </a:solidFill>
      </p:bgPr>
    </p:bg>
    <p:spTree>
      <p:nvGrpSpPr>
        <p:cNvPr id="1" name=""/>
        <p:cNvGrpSpPr/>
        <p:nvPr/>
      </p:nvGrpSpPr>
      <p:grpSpPr>
        <a:xfrm>
          <a:off x="0" y="0"/>
          <a:ext cx="0" cy="0"/>
          <a:chOff x="0" y="0"/>
          <a:chExt cx="0" cy="0"/>
        </a:xfrm>
      </p:grpSpPr>
      <p:sp>
        <p:nvSpPr>
          <p:cNvPr id="459" name="PlaceHolder 1"/>
          <p:cNvSpPr>
            <a:spLocks noGrp="1"/>
          </p:cNvSpPr>
          <p:nvPr>
            <p:ph type="title"/>
          </p:nvPr>
        </p:nvSpPr>
        <p:spPr>
          <a:xfrm>
            <a:off x="660240" y="805320"/>
            <a:ext cx="8519760" cy="5314680"/>
          </a:xfrm>
          <a:prstGeom prst="rect">
            <a:avLst/>
          </a:prstGeom>
          <a:noFill/>
          <a:ln w="0">
            <a:noFill/>
          </a:ln>
        </p:spPr>
        <p:txBody>
          <a:bodyPr lIns="91440" rIns="91440" tIns="45720" bIns="45720" anchor="t">
            <a:normAutofit fontScale="37299" lnSpcReduction="10000"/>
          </a:bodyPr>
          <a:p>
            <a:pPr indent="0" defTabSz="457200">
              <a:lnSpc>
                <a:spcPct val="100000"/>
              </a:lnSpc>
              <a:buNone/>
            </a:pPr>
            <a:r>
              <a:rPr b="1" lang="en-GB" sz="4800" spc="-1" strike="noStrike">
                <a:solidFill>
                  <a:schemeClr val="dk1"/>
                </a:solidFill>
                <a:latin typeface="Trebuchet MS"/>
              </a:rPr>
              <a:t>Project Description</a:t>
            </a:r>
            <a:br>
              <a:rPr sz="4800"/>
            </a:br>
            <a:br>
              <a:rPr sz="4800"/>
            </a:br>
            <a:r>
              <a:rPr b="1" lang="en-GB" sz="4800" spc="-1" strike="noStrike">
                <a:solidFill>
                  <a:schemeClr val="dk1"/>
                </a:solidFill>
                <a:latin typeface="Trebuchet MS"/>
              </a:rPr>
              <a:t>This project, titled 'Seasonal Agriculture Performance Analysis', is a major data analytics endeavour focused on the agricultural domain. The primary goal was to investigate how agricultural performance varies across different seasons, identifying meaningful patterns, trends, relationships, and variations within a given dataset. The analysis addressed the problem of how seasonal variations in environmental conditions and farming practices impact agricultural outcomes.</a:t>
            </a:r>
            <a:br>
              <a:rPr sz="4800"/>
            </a:br>
            <a:br>
              <a:rPr sz="4800"/>
            </a:br>
            <a:r>
              <a:rPr b="1" lang="en-IN" sz="4800" spc="-1" strike="noStrike">
                <a:solidFill>
                  <a:schemeClr val="dk1"/>
                </a:solidFill>
                <a:latin typeface="Trebuchet MS"/>
              </a:rPr>
              <a:t>My</a:t>
            </a:r>
            <a:r>
              <a:rPr b="1" lang="en-GB" sz="4800" spc="-1" strike="noStrike">
                <a:solidFill>
                  <a:schemeClr val="dk1"/>
                </a:solidFill>
                <a:latin typeface="Trebuchet MS"/>
              </a:rPr>
              <a:t> objectives included understanding the dataset's structure, cleaning and preparing the data, exploring seasonal patterns, performing statistical analysis, and investigating relationships among relevant variables to compare agricultural performance across seasons and other meaningful groups. Through this work, key revelations emerged regarding seasonal impacts on profitability, crop-specific performance, and resource utilization efficiency, leading to data-driven insights and recommendations for enhanced agricultural sustainability and profitability.</a:t>
            </a:r>
            <a:br>
              <a:rPr sz="4800"/>
            </a:br>
            <a:br>
              <a:rPr sz="4800"/>
            </a:br>
            <a:br>
              <a:rPr sz="4800"/>
            </a:br>
            <a:endParaRPr b="0" lang="en-US" sz="4800" spc="-1" strike="noStrike">
              <a:solidFill>
                <a:schemeClr val="dk1"/>
              </a:solidFill>
              <a:latin typeface="Trebuchet MS"/>
            </a:endParaRPr>
          </a:p>
        </p:txBody>
      </p:sp>
      <p:pic>
        <p:nvPicPr>
          <p:cNvPr id="460" name="Picture 4" descr=""/>
          <p:cNvPicPr/>
          <p:nvPr/>
        </p:nvPicPr>
        <p:blipFill>
          <a:blip r:embed="rId1"/>
          <a:srcRect l="0" t="96179" r="0" b="0"/>
          <a:stretch/>
        </p:blipFill>
        <p:spPr>
          <a:xfrm>
            <a:off x="676080" y="6472080"/>
            <a:ext cx="2142720" cy="192600"/>
          </a:xfrm>
          <a:prstGeom prst="rect">
            <a:avLst/>
          </a:prstGeom>
          <a:ln w="0">
            <a:noFill/>
          </a:ln>
        </p:spPr>
      </p:pic>
      <p:pic>
        <p:nvPicPr>
          <p:cNvPr id="461" name="Picture 5" descr=""/>
          <p:cNvPicPr/>
          <p:nvPr/>
        </p:nvPicPr>
        <p:blipFill>
          <a:blip r:embed="rId2"/>
          <a:stretch/>
        </p:blipFill>
        <p:spPr>
          <a:xfrm>
            <a:off x="467280" y="6410520"/>
            <a:ext cx="3705840" cy="295560"/>
          </a:xfrm>
          <a:prstGeom prst="rect">
            <a:avLst/>
          </a:prstGeom>
          <a:ln w="0">
            <a:noFill/>
          </a:ln>
        </p:spPr>
      </p:pic>
    </p:spTree>
  </p:cSld>
  <mc:AlternateContent>
    <mc:Choice Requires="p14">
      <p:transition spd="slow" p14:dur="2000"/>
    </mc:Choice>
    <mc:Fallback>
      <p:transition spd="slow"/>
    </mc:Fallback>
  </mc:AlternateContent>
  <p:timing>
    <p:tnLst>
      <p:par>
        <p:cTn id="54" dur="indefinite" restart="never" nodeType="tmRoot">
          <p:childTnLst>
            <p:seq>
              <p:cTn id="55" dur="indefinite" nodeType="mainSeq">
                <p:childTnLst>
                  <p:par>
                    <p:cTn id="56" fill="hold">
                      <p:stCondLst>
                        <p:cond delay="indefinite"/>
                      </p:stCondLst>
                      <p:childTnLst>
                        <p:par>
                          <p:cTn id="57" fill="hold">
                            <p:stCondLst>
                              <p:cond delay="0"/>
                            </p:stCondLst>
                            <p:childTnLst>
                              <p:par>
                                <p:cTn id="58" nodeType="clickEffect" fill="hold" presetClass="entr" presetID="53" presetSubtype="16">
                                  <p:stCondLst>
                                    <p:cond delay="0"/>
                                  </p:stCondLst>
                                  <p:childTnLst>
                                    <p:set>
                                      <p:cBhvr>
                                        <p:cTn id="59" dur="1" fill="hold">
                                          <p:stCondLst>
                                            <p:cond delay="0"/>
                                          </p:stCondLst>
                                        </p:cTn>
                                        <p:tgtEl>
                                          <p:spTgt spid="459"/>
                                        </p:tgtEl>
                                        <p:attrNameLst>
                                          <p:attrName>style.visibility</p:attrName>
                                        </p:attrNameLst>
                                      </p:cBhvr>
                                      <p:to>
                                        <p:strVal val="visible"/>
                                      </p:to>
                                    </p:set>
                                    <p:anim calcmode="lin" valueType="num">
                                      <p:cBhvr additive="repl">
                                        <p:cTn id="60" dur="500" fill="hold"/>
                                        <p:tgtEl>
                                          <p:spTgt spid="459"/>
                                        </p:tgtEl>
                                        <p:attrNameLst>
                                          <p:attrName>ppt_w</p:attrName>
                                        </p:attrNameLst>
                                      </p:cBhvr>
                                      <p:tavLst>
                                        <p:tav tm="0">
                                          <p:val>
                                            <p:fltVal val="0"/>
                                          </p:val>
                                        </p:tav>
                                        <p:tav tm="100000">
                                          <p:val>
                                            <p:strVal val="#ppt_w"/>
                                          </p:val>
                                        </p:tav>
                                      </p:tavLst>
                                    </p:anim>
                                    <p:anim calcmode="lin" valueType="num">
                                      <p:cBhvr additive="repl">
                                        <p:cTn id="61" dur="500" fill="hold"/>
                                        <p:tgtEl>
                                          <p:spTgt spid="459"/>
                                        </p:tgtEl>
                                        <p:attrNameLst>
                                          <p:attrName>ppt_h</p:attrName>
                                        </p:attrNameLst>
                                      </p:cBhvr>
                                      <p:tavLst>
                                        <p:tav tm="0">
                                          <p:val>
                                            <p:fltVal val="0"/>
                                          </p:val>
                                        </p:tav>
                                        <p:tav tm="100000">
                                          <p:val>
                                            <p:strVal val="#ppt_h"/>
                                          </p:val>
                                        </p:tav>
                                      </p:tavLst>
                                    </p:anim>
                                    <p:animEffect filter="fade" transition="in">
                                      <p:cBhvr additive="repl">
                                        <p:cTn id="62" dur="500"/>
                                        <p:tgtEl>
                                          <p:spTgt spid="45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PlaceHolder 1"/>
          <p:cNvSpPr>
            <a:spLocks noGrp="1"/>
          </p:cNvSpPr>
          <p:nvPr>
            <p:ph/>
          </p:nvPr>
        </p:nvSpPr>
        <p:spPr>
          <a:xfrm>
            <a:off x="721440" y="1991520"/>
            <a:ext cx="7904160" cy="3989520"/>
          </a:xfrm>
          <a:prstGeom prst="rect">
            <a:avLst/>
          </a:prstGeom>
          <a:noFill/>
          <a:ln w="0">
            <a:noFill/>
          </a:ln>
        </p:spPr>
        <p:txBody>
          <a:bodyPr lIns="91440" rIns="91440" tIns="45720" bIns="45720" anchor="t">
            <a:normAutofit fontScale="74952"/>
          </a:bodyPr>
          <a:p>
            <a:pPr marL="343080" indent="0" defTabSz="457200">
              <a:lnSpc>
                <a:spcPct val="100000"/>
              </a:lnSpc>
              <a:spcBef>
                <a:spcPts val="1001"/>
              </a:spcBef>
              <a:buNone/>
            </a:pPr>
            <a:r>
              <a:rPr b="0" lang="en-US" sz="2000" spc="-1" strike="noStrike">
                <a:solidFill>
                  <a:schemeClr val="dk1">
                    <a:lumMod val="75000"/>
                    <a:lumOff val="25000"/>
                  </a:schemeClr>
                </a:solidFill>
                <a:latin typeface="Trebuchet MS"/>
              </a:rPr>
              <a:t>The end-users for this seasonal agriculture performance analysis would primarily be:</a:t>
            </a:r>
            <a:endParaRPr b="0" lang="en-US" sz="2000" spc="-1" strike="noStrike">
              <a:solidFill>
                <a:schemeClr val="dk1">
                  <a:lumMod val="75000"/>
                  <a:lumOff val="25000"/>
                </a:schemeClr>
              </a:solidFill>
              <a:latin typeface="Trebuchet MS"/>
            </a:endParaRPr>
          </a:p>
          <a:p>
            <a:pPr marL="343080" indent="-343080" defTabSz="457200">
              <a:lnSpc>
                <a:spcPct val="100000"/>
              </a:lnSpc>
              <a:spcBef>
                <a:spcPts val="1001"/>
              </a:spcBef>
              <a:buClr>
                <a:srgbClr val="2e946b"/>
              </a:buClr>
              <a:buSzPct val="80000"/>
              <a:buFont typeface="Wingdings" charset="2"/>
              <a:buChar char=""/>
            </a:pPr>
            <a:r>
              <a:rPr b="0" lang="en-US" sz="2000" spc="-1" strike="noStrike">
                <a:solidFill>
                  <a:schemeClr val="dk1">
                    <a:lumMod val="75000"/>
                    <a:lumOff val="25000"/>
                  </a:schemeClr>
                </a:solidFill>
                <a:latin typeface="Trebuchet MS"/>
              </a:rPr>
              <a:t>Farmers: To help them make informed decisions on crop selection, resource allocation, and risk management based on seasonal profitability and yield volatility.</a:t>
            </a:r>
            <a:endParaRPr b="0" lang="en-US" sz="2000" spc="-1" strike="noStrike">
              <a:solidFill>
                <a:schemeClr val="dk1">
                  <a:lumMod val="75000"/>
                  <a:lumOff val="25000"/>
                </a:schemeClr>
              </a:solidFill>
              <a:latin typeface="Trebuchet MS"/>
            </a:endParaRPr>
          </a:p>
          <a:p>
            <a:pPr marL="343080" indent="-343080" defTabSz="457200">
              <a:lnSpc>
                <a:spcPct val="100000"/>
              </a:lnSpc>
              <a:spcBef>
                <a:spcPts val="1001"/>
              </a:spcBef>
              <a:buClr>
                <a:srgbClr val="2e946b"/>
              </a:buClr>
              <a:buSzPct val="80000"/>
              <a:buFont typeface="Wingdings" charset="2"/>
              <a:buChar char=""/>
            </a:pPr>
            <a:r>
              <a:rPr b="0" lang="en-US" sz="2000" spc="-1" strike="noStrike">
                <a:solidFill>
                  <a:schemeClr val="dk1">
                    <a:lumMod val="75000"/>
                    <a:lumOff val="25000"/>
                  </a:schemeClr>
                </a:solidFill>
                <a:latin typeface="Trebuchet MS"/>
              </a:rPr>
              <a:t>Agricultural Policy Makers and Government Bodies: To guide decisions on subsidies, crop support programs, irrigation infrastructure, and sustainable farming practices.</a:t>
            </a:r>
            <a:endParaRPr b="0" lang="en-US" sz="2000" spc="-1" strike="noStrike">
              <a:solidFill>
                <a:schemeClr val="dk1">
                  <a:lumMod val="75000"/>
                  <a:lumOff val="25000"/>
                </a:schemeClr>
              </a:solidFill>
              <a:latin typeface="Trebuchet MS"/>
            </a:endParaRPr>
          </a:p>
          <a:p>
            <a:pPr marL="343080" indent="-343080" defTabSz="457200">
              <a:lnSpc>
                <a:spcPct val="100000"/>
              </a:lnSpc>
              <a:spcBef>
                <a:spcPts val="1001"/>
              </a:spcBef>
              <a:buClr>
                <a:srgbClr val="2e946b"/>
              </a:buClr>
              <a:buSzPct val="80000"/>
              <a:buFont typeface="Wingdings" charset="2"/>
              <a:buChar char=""/>
            </a:pPr>
            <a:r>
              <a:rPr b="0" lang="en-US" sz="2000" spc="-1" strike="noStrike">
                <a:solidFill>
                  <a:schemeClr val="dk1">
                    <a:lumMod val="75000"/>
                    <a:lumOff val="25000"/>
                  </a:schemeClr>
                </a:solidFill>
                <a:latin typeface="Trebuchet MS"/>
              </a:rPr>
              <a:t>Agricultural Scientists and Researchers: To provide a foundation for further research into crop optimization, environmental impacts, and new agricultural technologies.</a:t>
            </a:r>
            <a:endParaRPr b="0" lang="en-US" sz="2000" spc="-1" strike="noStrike">
              <a:solidFill>
                <a:schemeClr val="dk1">
                  <a:lumMod val="75000"/>
                  <a:lumOff val="25000"/>
                </a:schemeClr>
              </a:solidFill>
              <a:latin typeface="Trebuchet MS"/>
            </a:endParaRPr>
          </a:p>
          <a:p>
            <a:pPr marL="343080" indent="-343080" defTabSz="457200">
              <a:lnSpc>
                <a:spcPct val="100000"/>
              </a:lnSpc>
              <a:spcBef>
                <a:spcPts val="1001"/>
              </a:spcBef>
              <a:buClr>
                <a:srgbClr val="2e946b"/>
              </a:buClr>
              <a:buSzPct val="80000"/>
              <a:buFont typeface="Wingdings" charset="2"/>
              <a:buChar char=""/>
            </a:pPr>
            <a:r>
              <a:rPr b="0" lang="en-US" sz="2000" spc="-1" strike="noStrike">
                <a:solidFill>
                  <a:schemeClr val="dk1">
                    <a:lumMod val="75000"/>
                    <a:lumOff val="25000"/>
                  </a:schemeClr>
                </a:solidFill>
                <a:latin typeface="Trebuchet MS"/>
              </a:rPr>
              <a:t>Financial Institutions and Insurance Companies: To develop tailored loan products, crop insurance schemes, and risk assessment models for the agricultural sector.</a:t>
            </a:r>
            <a:endParaRPr b="0" lang="en-US" sz="2000" spc="-1" strike="noStrike">
              <a:solidFill>
                <a:schemeClr val="dk1">
                  <a:lumMod val="75000"/>
                  <a:lumOff val="25000"/>
                </a:schemeClr>
              </a:solidFill>
              <a:latin typeface="Trebuchet MS"/>
            </a:endParaRPr>
          </a:p>
          <a:p>
            <a:pPr marL="343080" indent="-343080" defTabSz="457200">
              <a:lnSpc>
                <a:spcPct val="100000"/>
              </a:lnSpc>
              <a:spcBef>
                <a:spcPts val="1001"/>
              </a:spcBef>
              <a:buClr>
                <a:srgbClr val="2e946b"/>
              </a:buClr>
              <a:buSzPct val="80000"/>
              <a:buFont typeface="Wingdings" charset="2"/>
              <a:buChar char=""/>
            </a:pPr>
            <a:r>
              <a:rPr b="0" lang="en-US" sz="2000" spc="-1" strike="noStrike">
                <a:solidFill>
                  <a:schemeClr val="dk1">
                    <a:lumMod val="75000"/>
                    <a:lumOff val="25000"/>
                  </a:schemeClr>
                </a:solidFill>
                <a:latin typeface="Trebuchet MS"/>
              </a:rPr>
              <a:t>Input Suppliers: Such as fertilizer and pesticide companies, to understand demand patterns and optimize their product offerings.</a:t>
            </a:r>
            <a:endParaRPr b="0" lang="en-US" sz="2000" spc="-1" strike="noStrike">
              <a:solidFill>
                <a:schemeClr val="dk1">
                  <a:lumMod val="75000"/>
                  <a:lumOff val="25000"/>
                </a:schemeClr>
              </a:solidFill>
              <a:latin typeface="Trebuchet MS"/>
            </a:endParaRPr>
          </a:p>
          <a:p>
            <a:pPr marL="343080" indent="-343080" defTabSz="457200">
              <a:lnSpc>
                <a:spcPct val="100000"/>
              </a:lnSpc>
              <a:spcBef>
                <a:spcPts val="1001"/>
              </a:spcBef>
              <a:buClr>
                <a:srgbClr val="2e946b"/>
              </a:buClr>
              <a:buSzPct val="80000"/>
              <a:buFont typeface="Wingdings" charset="2"/>
              <a:buChar char=""/>
            </a:pPr>
            <a:r>
              <a:rPr b="0" lang="en-US" sz="2000" spc="-1" strike="noStrike">
                <a:solidFill>
                  <a:schemeClr val="dk1">
                    <a:lumMod val="75000"/>
                    <a:lumOff val="25000"/>
                  </a:schemeClr>
                </a:solidFill>
                <a:latin typeface="Trebuchet MS"/>
              </a:rPr>
              <a:t>Market Analysts and Traders: To predict supply and pricing trends for various crops across different seasons.</a:t>
            </a:r>
            <a:endParaRPr b="0" lang="en-US" sz="2000" spc="-1" strike="noStrike">
              <a:solidFill>
                <a:schemeClr val="dk1">
                  <a:lumMod val="75000"/>
                  <a:lumOff val="25000"/>
                </a:schemeClr>
              </a:solidFill>
              <a:latin typeface="Trebuchet MS"/>
            </a:endParaRPr>
          </a:p>
        </p:txBody>
      </p:sp>
      <p:sp>
        <p:nvSpPr>
          <p:cNvPr id="463" name="PlaceHolder 2"/>
          <p:cNvSpPr>
            <a:spLocks noGrp="1"/>
          </p:cNvSpPr>
          <p:nvPr>
            <p:ph type="title"/>
          </p:nvPr>
        </p:nvSpPr>
        <p:spPr>
          <a:xfrm>
            <a:off x="619920" y="876600"/>
            <a:ext cx="10045800" cy="802440"/>
          </a:xfrm>
          <a:prstGeom prst="rect">
            <a:avLst/>
          </a:prstGeom>
          <a:noFill/>
          <a:ln w="0">
            <a:noFill/>
          </a:ln>
        </p:spPr>
        <p:txBody>
          <a:bodyPr lIns="91440" rIns="91440" tIns="45720" bIns="45720" anchor="t">
            <a:normAutofit/>
          </a:bodyPr>
          <a:p>
            <a:pPr indent="0" defTabSz="457200">
              <a:lnSpc>
                <a:spcPct val="100000"/>
              </a:lnSpc>
              <a:buNone/>
            </a:pPr>
            <a:r>
              <a:rPr b="1" lang="en-US" sz="3200" spc="-1" strike="noStrike">
                <a:solidFill>
                  <a:schemeClr val="dk1"/>
                </a:solidFill>
                <a:latin typeface="Trebuchet MS"/>
              </a:rPr>
              <a:t>WHO ARE THE END USERS?</a:t>
            </a:r>
            <a:endParaRPr b="0" lang="en-US" sz="3200" spc="-1" strike="noStrike">
              <a:solidFill>
                <a:schemeClr val="dk1"/>
              </a:solidFill>
              <a:latin typeface="Trebuchet MS"/>
            </a:endParaRPr>
          </a:p>
        </p:txBody>
      </p:sp>
      <p:pic>
        <p:nvPicPr>
          <p:cNvPr id="464" name="Picture 5" descr=""/>
          <p:cNvPicPr/>
          <p:nvPr/>
        </p:nvPicPr>
        <p:blipFill>
          <a:blip r:embed="rId1"/>
          <a:stretch/>
        </p:blipFill>
        <p:spPr>
          <a:xfrm>
            <a:off x="721440" y="6176880"/>
            <a:ext cx="2180880" cy="485280"/>
          </a:xfrm>
          <a:prstGeom prst="rect">
            <a:avLst/>
          </a:prstGeom>
          <a:ln w="0">
            <a:noFill/>
          </a:ln>
        </p:spPr>
      </p:pic>
    </p:spTree>
  </p:cSld>
  <mc:AlternateContent>
    <mc:Choice Requires="p14">
      <p:transition spd="slow" p14:dur="2000"/>
    </mc:Choice>
    <mc:Fallback>
      <p:transition spd="slow"/>
    </mc:Fallback>
  </mc:AlternateContent>
  <p:timing>
    <p:tnLst>
      <p:par>
        <p:cTn id="63" dur="indefinite" restart="never" nodeType="tmRoot">
          <p:childTnLst>
            <p:seq>
              <p:cTn id="64" dur="indefinite" nodeType="mainSeq">
                <p:childTnLst>
                  <p:par>
                    <p:cTn id="65" fill="hold">
                      <p:stCondLst>
                        <p:cond delay="indefinite"/>
                      </p:stCondLst>
                      <p:childTnLst>
                        <p:par>
                          <p:cTn id="66" fill="hold">
                            <p:stCondLst>
                              <p:cond delay="0"/>
                            </p:stCondLst>
                            <p:childTnLst>
                              <p:par>
                                <p:cTn id="67" nodeType="clickEffect" fill="hold" presetClass="entr" presetID="53" presetSubtype="16">
                                  <p:stCondLst>
                                    <p:cond delay="0"/>
                                  </p:stCondLst>
                                  <p:childTnLst>
                                    <p:set>
                                      <p:cBhvr>
                                        <p:cTn id="68" dur="1" fill="hold">
                                          <p:stCondLst>
                                            <p:cond delay="0"/>
                                          </p:stCondLst>
                                        </p:cTn>
                                        <p:tgtEl>
                                          <p:spTgt spid="463"/>
                                        </p:tgtEl>
                                        <p:attrNameLst>
                                          <p:attrName>style.visibility</p:attrName>
                                        </p:attrNameLst>
                                      </p:cBhvr>
                                      <p:to>
                                        <p:strVal val="visible"/>
                                      </p:to>
                                    </p:set>
                                    <p:anim calcmode="lin" valueType="num">
                                      <p:cBhvr additive="repl">
                                        <p:cTn id="69" dur="500" fill="hold"/>
                                        <p:tgtEl>
                                          <p:spTgt spid="463"/>
                                        </p:tgtEl>
                                        <p:attrNameLst>
                                          <p:attrName>ppt_w</p:attrName>
                                        </p:attrNameLst>
                                      </p:cBhvr>
                                      <p:tavLst>
                                        <p:tav tm="0">
                                          <p:val>
                                            <p:fltVal val="0"/>
                                          </p:val>
                                        </p:tav>
                                        <p:tav tm="100000">
                                          <p:val>
                                            <p:strVal val="#ppt_w"/>
                                          </p:val>
                                        </p:tav>
                                      </p:tavLst>
                                    </p:anim>
                                    <p:anim calcmode="lin" valueType="num">
                                      <p:cBhvr additive="repl">
                                        <p:cTn id="70" dur="500" fill="hold"/>
                                        <p:tgtEl>
                                          <p:spTgt spid="463"/>
                                        </p:tgtEl>
                                        <p:attrNameLst>
                                          <p:attrName>ppt_h</p:attrName>
                                        </p:attrNameLst>
                                      </p:cBhvr>
                                      <p:tavLst>
                                        <p:tav tm="0">
                                          <p:val>
                                            <p:fltVal val="0"/>
                                          </p:val>
                                        </p:tav>
                                        <p:tav tm="100000">
                                          <p:val>
                                            <p:strVal val="#ppt_h"/>
                                          </p:val>
                                        </p:tav>
                                      </p:tavLst>
                                    </p:anim>
                                    <p:animEffect filter="fade" transition="in">
                                      <p:cBhvr additive="repl">
                                        <p:cTn id="71" dur="500"/>
                                        <p:tgtEl>
                                          <p:spTgt spid="463"/>
                                        </p:tgtEl>
                                      </p:cBhvr>
                                    </p:animEffect>
                                  </p:childTnLst>
                                </p:cTn>
                              </p:par>
                            </p:childTnLst>
                          </p:cTn>
                        </p:par>
                      </p:childTnLst>
                    </p:cTn>
                  </p:par>
                  <p:par>
                    <p:cTn id="72" fill="hold">
                      <p:stCondLst>
                        <p:cond delay="indefinite"/>
                      </p:stCondLst>
                      <p:childTnLst>
                        <p:par>
                          <p:cTn id="73" fill="hold">
                            <p:stCondLst>
                              <p:cond delay="0"/>
                            </p:stCondLst>
                            <p:childTnLst>
                              <p:par>
                                <p:cTn id="74" nodeType="clickEffect" fill="hold" presetClass="entr" presetID="42">
                                  <p:stCondLst>
                                    <p:cond delay="0"/>
                                  </p:stCondLst>
                                  <p:endCondLst>
                                    <p:cond delay="0" evt="begin">
                                      <p:tn val="74"/>
                                    </p:cond>
                                  </p:endCondLst>
                                  <p:childTnLst>
                                    <p:set>
                                      <p:cBhvr>
                                        <p:cTn id="75" dur="1" fill="hold">
                                          <p:stCondLst>
                                            <p:cond delay="0"/>
                                          </p:stCondLst>
                                        </p:cTn>
                                        <p:tgtEl>
                                          <p:spTgt spid="462">
                                            <p:txEl>
                                              <p:pRg st="0" end="0"/>
                                            </p:txEl>
                                          </p:spTgt>
                                        </p:tgtEl>
                                        <p:attrNameLst>
                                          <p:attrName>style.visibility</p:attrName>
                                        </p:attrNameLst>
                                      </p:cBhvr>
                                      <p:to>
                                        <p:strVal val="visible"/>
                                      </p:to>
                                    </p:set>
                                    <p:animEffect filter="fade" transition="in">
                                      <p:cBhvr additive="repl">
                                        <p:cTn id="76" dur="1000"/>
                                        <p:tgtEl>
                                          <p:spTgt spid="462">
                                            <p:txEl>
                                              <p:pRg st="0" end="0"/>
                                            </p:txEl>
                                          </p:spTgt>
                                        </p:tgtEl>
                                      </p:cBhvr>
                                    </p:animEffect>
                                    <p:anim calcmode="lin" valueType="num">
                                      <p:cBhvr additive="repl">
                                        <p:cTn id="77" dur="1000" fill="hold"/>
                                        <p:tgtEl>
                                          <p:spTgt spid="462">
                                            <p:txEl>
                                              <p:pRg st="0" end="0"/>
                                            </p:txEl>
                                          </p:spTgt>
                                        </p:tgtEl>
                                        <p:attrNameLst>
                                          <p:attrName>ppt_x</p:attrName>
                                        </p:attrNameLst>
                                      </p:cBhvr>
                                      <p:tavLst>
                                        <p:tav tm="0">
                                          <p:val>
                                            <p:strVal val="#ppt_x"/>
                                          </p:val>
                                        </p:tav>
                                        <p:tav tm="100000">
                                          <p:val>
                                            <p:strVal val="#ppt_x"/>
                                          </p:val>
                                        </p:tav>
                                      </p:tavLst>
                                    </p:anim>
                                    <p:anim calcmode="lin" valueType="num">
                                      <p:cBhvr additive="repl">
                                        <p:cTn id="78" dur="1000" fill="hold"/>
                                        <p:tgtEl>
                                          <p:spTgt spid="46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lumMod val="95000"/>
          </a:schemeClr>
        </a:solidFill>
      </p:bgPr>
    </p:bg>
    <p:spTree>
      <p:nvGrpSpPr>
        <p:cNvPr id="1" name=""/>
        <p:cNvGrpSpPr/>
        <p:nvPr/>
      </p:nvGrpSpPr>
      <p:grpSpPr>
        <a:xfrm>
          <a:off x="0" y="0"/>
          <a:ext cx="0" cy="0"/>
          <a:chOff x="0" y="0"/>
          <a:chExt cx="0" cy="0"/>
        </a:xfrm>
      </p:grpSpPr>
      <p:pic>
        <p:nvPicPr>
          <p:cNvPr id="465" name="Picture 5" descr=""/>
          <p:cNvPicPr/>
          <p:nvPr/>
        </p:nvPicPr>
        <p:blipFill>
          <a:blip r:embed="rId1"/>
          <a:stretch/>
        </p:blipFill>
        <p:spPr>
          <a:xfrm>
            <a:off x="467280" y="6410520"/>
            <a:ext cx="3705840" cy="295560"/>
          </a:xfrm>
          <a:prstGeom prst="rect">
            <a:avLst/>
          </a:prstGeom>
          <a:ln w="0">
            <a:noFill/>
          </a:ln>
        </p:spPr>
      </p:pic>
      <p:pic>
        <p:nvPicPr>
          <p:cNvPr id="466" name="Picture 1" descr=""/>
          <p:cNvPicPr/>
          <p:nvPr/>
        </p:nvPicPr>
        <p:blipFill>
          <a:blip r:embed="rId2"/>
          <a:stretch/>
        </p:blipFill>
        <p:spPr>
          <a:xfrm flipH="1">
            <a:off x="51120" y="3820320"/>
            <a:ext cx="1726920" cy="3009600"/>
          </a:xfrm>
          <a:prstGeom prst="rect">
            <a:avLst/>
          </a:prstGeom>
          <a:ln w="0">
            <a:noFill/>
          </a:ln>
        </p:spPr>
      </p:pic>
      <p:sp>
        <p:nvSpPr>
          <p:cNvPr id="467" name="PlaceHolder 1"/>
          <p:cNvSpPr>
            <a:spLocks noGrp="1"/>
          </p:cNvSpPr>
          <p:nvPr>
            <p:ph/>
          </p:nvPr>
        </p:nvSpPr>
        <p:spPr>
          <a:xfrm>
            <a:off x="390600" y="1432440"/>
            <a:ext cx="9027360" cy="5243040"/>
          </a:xfrm>
          <a:prstGeom prst="rect">
            <a:avLst/>
          </a:prstGeom>
          <a:noFill/>
          <a:ln w="0">
            <a:noFill/>
          </a:ln>
        </p:spPr>
        <p:txBody>
          <a:bodyPr lIns="91440" rIns="91440" tIns="45720" bIns="45720" anchor="t">
            <a:noAutofit/>
          </a:bodyPr>
          <a:p>
            <a:pPr marL="743040" indent="0" defTabSz="457200">
              <a:lnSpc>
                <a:spcPct val="100000"/>
              </a:lnSpc>
              <a:spcBef>
                <a:spcPts val="1001"/>
              </a:spcBef>
              <a:buNone/>
            </a:pPr>
            <a:r>
              <a:rPr b="0" lang="en-US" sz="2000" spc="-1" strike="noStrike">
                <a:solidFill>
                  <a:schemeClr val="dk1">
                    <a:lumMod val="75000"/>
                    <a:lumOff val="25000"/>
                  </a:schemeClr>
                </a:solidFill>
                <a:latin typeface="Trebuchet MS"/>
              </a:rPr>
              <a:t>The primary technologies used for this project are Python, along with the libraries Pandas, NumPy, Matplotlib, and Seaborn.</a:t>
            </a:r>
            <a:endParaRPr b="0" lang="en-US" sz="2000" spc="-1" strike="noStrike">
              <a:solidFill>
                <a:schemeClr val="dk1">
                  <a:lumMod val="75000"/>
                  <a:lumOff val="25000"/>
                </a:schemeClr>
              </a:solidFill>
              <a:latin typeface="Trebuchet MS"/>
            </a:endParaRPr>
          </a:p>
        </p:txBody>
      </p:sp>
      <p:sp>
        <p:nvSpPr>
          <p:cNvPr id="468" name="PlaceHolder 2"/>
          <p:cNvSpPr>
            <a:spLocks noGrp="1"/>
          </p:cNvSpPr>
          <p:nvPr>
            <p:ph type="title"/>
          </p:nvPr>
        </p:nvSpPr>
        <p:spPr>
          <a:xfrm>
            <a:off x="660240" y="430560"/>
            <a:ext cx="5306040" cy="847440"/>
          </a:xfrm>
          <a:prstGeom prst="rect">
            <a:avLst/>
          </a:prstGeom>
          <a:noFill/>
          <a:ln w="0">
            <a:noFill/>
          </a:ln>
        </p:spPr>
        <p:txBody>
          <a:bodyPr lIns="91440" rIns="91440" tIns="45720" bIns="45720" anchor="t">
            <a:normAutofit/>
          </a:bodyPr>
          <a:p>
            <a:pPr indent="0" defTabSz="457200">
              <a:lnSpc>
                <a:spcPct val="100000"/>
              </a:lnSpc>
              <a:buNone/>
            </a:pPr>
            <a:r>
              <a:rPr b="1" lang="en-US" sz="4800" spc="-1" strike="noStrike">
                <a:solidFill>
                  <a:schemeClr val="dk1"/>
                </a:solidFill>
                <a:latin typeface="Trebuchet MS"/>
              </a:rPr>
              <a:t>Technology Used</a:t>
            </a:r>
            <a:endParaRPr b="0" lang="en-US" sz="4800" spc="-1" strike="noStrike">
              <a:solidFill>
                <a:schemeClr val="dk1"/>
              </a:solidFill>
              <a:latin typeface="Trebuchet MS"/>
            </a:endParaRPr>
          </a:p>
        </p:txBody>
      </p:sp>
    </p:spTree>
  </p:cSld>
  <mc:AlternateContent>
    <mc:Choice Requires="p14">
      <p:transition spd="slow" p14:dur="2000"/>
    </mc:Choice>
    <mc:Fallback>
      <p:transition spd="slow"/>
    </mc:Fallback>
  </mc:AlternateContent>
  <p:timing>
    <p:tnLst>
      <p:par>
        <p:cTn id="79" dur="indefinite" restart="never" nodeType="tmRoot">
          <p:childTnLst>
            <p:seq>
              <p:cTn id="80" dur="indefinite" nodeType="mainSeq">
                <p:childTnLst>
                  <p:par>
                    <p:cTn id="81" fill="hold">
                      <p:stCondLst>
                        <p:cond delay="indefinite"/>
                      </p:stCondLst>
                      <p:childTnLst>
                        <p:par>
                          <p:cTn id="82" fill="hold">
                            <p:stCondLst>
                              <p:cond delay="0"/>
                            </p:stCondLst>
                            <p:childTnLst>
                              <p:par>
                                <p:cTn id="83" nodeType="clickEffect" fill="hold" presetClass="entr" presetID="53" presetSubtype="16">
                                  <p:stCondLst>
                                    <p:cond delay="0"/>
                                  </p:stCondLst>
                                  <p:childTnLst>
                                    <p:set>
                                      <p:cBhvr>
                                        <p:cTn id="84" dur="1" fill="hold">
                                          <p:stCondLst>
                                            <p:cond delay="0"/>
                                          </p:stCondLst>
                                        </p:cTn>
                                        <p:tgtEl>
                                          <p:spTgt spid="468"/>
                                        </p:tgtEl>
                                        <p:attrNameLst>
                                          <p:attrName>style.visibility</p:attrName>
                                        </p:attrNameLst>
                                      </p:cBhvr>
                                      <p:to>
                                        <p:strVal val="visible"/>
                                      </p:to>
                                    </p:set>
                                    <p:anim calcmode="lin" valueType="num">
                                      <p:cBhvr additive="repl">
                                        <p:cTn id="85" dur="500" fill="hold"/>
                                        <p:tgtEl>
                                          <p:spTgt spid="468"/>
                                        </p:tgtEl>
                                        <p:attrNameLst>
                                          <p:attrName>ppt_w</p:attrName>
                                        </p:attrNameLst>
                                      </p:cBhvr>
                                      <p:tavLst>
                                        <p:tav tm="0">
                                          <p:val>
                                            <p:fltVal val="0"/>
                                          </p:val>
                                        </p:tav>
                                        <p:tav tm="100000">
                                          <p:val>
                                            <p:strVal val="#ppt_w"/>
                                          </p:val>
                                        </p:tav>
                                      </p:tavLst>
                                    </p:anim>
                                    <p:anim calcmode="lin" valueType="num">
                                      <p:cBhvr additive="repl">
                                        <p:cTn id="86" dur="500" fill="hold"/>
                                        <p:tgtEl>
                                          <p:spTgt spid="468"/>
                                        </p:tgtEl>
                                        <p:attrNameLst>
                                          <p:attrName>ppt_h</p:attrName>
                                        </p:attrNameLst>
                                      </p:cBhvr>
                                      <p:tavLst>
                                        <p:tav tm="0">
                                          <p:val>
                                            <p:fltVal val="0"/>
                                          </p:val>
                                        </p:tav>
                                        <p:tav tm="100000">
                                          <p:val>
                                            <p:strVal val="#ppt_h"/>
                                          </p:val>
                                        </p:tav>
                                      </p:tavLst>
                                    </p:anim>
                                    <p:animEffect filter="fade" transition="in">
                                      <p:cBhvr additive="repl">
                                        <p:cTn id="87" dur="500"/>
                                        <p:tgtEl>
                                          <p:spTgt spid="468"/>
                                        </p:tgtEl>
                                      </p:cBhvr>
                                    </p:animEffect>
                                  </p:childTnLst>
                                </p:cTn>
                              </p:par>
                            </p:childTnLst>
                          </p:cTn>
                        </p:par>
                      </p:childTnLst>
                    </p:cTn>
                  </p:par>
                  <p:par>
                    <p:cTn id="88" fill="hold">
                      <p:stCondLst>
                        <p:cond delay="indefinite"/>
                      </p:stCondLst>
                      <p:childTnLst>
                        <p:par>
                          <p:cTn id="89" fill="hold">
                            <p:stCondLst>
                              <p:cond delay="0"/>
                            </p:stCondLst>
                            <p:childTnLst>
                              <p:par>
                                <p:cTn id="90" nodeType="clickEffect" fill="hold" presetClass="entr" presetID="42">
                                  <p:stCondLst>
                                    <p:cond delay="0"/>
                                  </p:stCondLst>
                                  <p:endCondLst>
                                    <p:cond delay="0" evt="begin">
                                      <p:tn val="90"/>
                                    </p:cond>
                                  </p:endCondLst>
                                  <p:childTnLst>
                                    <p:set>
                                      <p:cBhvr>
                                        <p:cTn id="91" dur="1" fill="hold">
                                          <p:stCondLst>
                                            <p:cond delay="0"/>
                                          </p:stCondLst>
                                        </p:cTn>
                                        <p:tgtEl>
                                          <p:spTgt spid="467">
                                            <p:txEl>
                                              <p:pRg st="0" end="0"/>
                                            </p:txEl>
                                          </p:spTgt>
                                        </p:tgtEl>
                                        <p:attrNameLst>
                                          <p:attrName>style.visibility</p:attrName>
                                        </p:attrNameLst>
                                      </p:cBhvr>
                                      <p:to>
                                        <p:strVal val="visible"/>
                                      </p:to>
                                    </p:set>
                                    <p:animEffect filter="fade" transition="in">
                                      <p:cBhvr additive="repl">
                                        <p:cTn id="92" dur="1000"/>
                                        <p:tgtEl>
                                          <p:spTgt spid="467">
                                            <p:txEl>
                                              <p:pRg st="0" end="0"/>
                                            </p:txEl>
                                          </p:spTgt>
                                        </p:tgtEl>
                                      </p:cBhvr>
                                    </p:animEffect>
                                    <p:anim calcmode="lin" valueType="num">
                                      <p:cBhvr additive="repl">
                                        <p:cTn id="93" dur="1000" fill="hold"/>
                                        <p:tgtEl>
                                          <p:spTgt spid="467">
                                            <p:txEl>
                                              <p:pRg st="0" end="0"/>
                                            </p:txEl>
                                          </p:spTgt>
                                        </p:tgtEl>
                                        <p:attrNameLst>
                                          <p:attrName>ppt_x</p:attrName>
                                        </p:attrNameLst>
                                      </p:cBhvr>
                                      <p:tavLst>
                                        <p:tav tm="0">
                                          <p:val>
                                            <p:strVal val="#ppt_x"/>
                                          </p:val>
                                        </p:tav>
                                        <p:tav tm="100000">
                                          <p:val>
                                            <p:strVal val="#ppt_x"/>
                                          </p:val>
                                        </p:tav>
                                      </p:tavLst>
                                    </p:anim>
                                    <p:anim calcmode="lin" valueType="num">
                                      <p:cBhvr additive="repl">
                                        <p:cTn id="94" dur="1000" fill="hold"/>
                                        <p:tgtEl>
                                          <p:spTgt spid="46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69" name="Picture 4" descr=""/>
          <p:cNvPicPr/>
          <p:nvPr/>
        </p:nvPicPr>
        <p:blipFill>
          <a:blip r:embed="rId1"/>
          <a:srcRect l="0" t="96179" r="0" b="0"/>
          <a:stretch/>
        </p:blipFill>
        <p:spPr>
          <a:xfrm>
            <a:off x="676080" y="6472080"/>
            <a:ext cx="2142720" cy="192600"/>
          </a:xfrm>
          <a:prstGeom prst="rect">
            <a:avLst/>
          </a:prstGeom>
          <a:ln w="0">
            <a:noFill/>
          </a:ln>
        </p:spPr>
      </p:pic>
      <p:sp>
        <p:nvSpPr>
          <p:cNvPr id="470"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471" name="Text Placeholder 3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472" name="Text Placeholder 30"/>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pic>
        <p:nvPicPr>
          <p:cNvPr id="473" name="" descr=""/>
          <p:cNvPicPr/>
          <p:nvPr/>
        </p:nvPicPr>
        <p:blipFill>
          <a:blip r:embed="rId2"/>
          <a:stretch/>
        </p:blipFill>
        <p:spPr>
          <a:xfrm>
            <a:off x="720000" y="1440000"/>
            <a:ext cx="8460000" cy="4179600"/>
          </a:xfrm>
          <a:prstGeom prst="rect">
            <a:avLst/>
          </a:prstGeom>
          <a:ln w="0">
            <a:noFill/>
          </a:ln>
        </p:spPr>
      </p:pic>
    </p:spTree>
  </p:cSld>
  <mc:AlternateContent>
    <mc:Choice Requires="p14">
      <p:transition spd="slow" p14:dur="2000"/>
    </mc:Choice>
    <mc:Fallback>
      <p:transition spd="slow"/>
    </mc:Fallback>
  </mc:AlternateContent>
  <p:timing>
    <p:tnLst>
      <p:par>
        <p:cTn id="95" dur="indefinite" restart="never" nodeType="tmRoot">
          <p:childTnLst>
            <p:seq>
              <p:cTn id="96" dur="indefinite" nodeType="mainSeq">
                <p:childTnLst>
                  <p:par>
                    <p:cTn id="97" fill="hold">
                      <p:stCondLst>
                        <p:cond delay="indefinite"/>
                      </p:stCondLst>
                      <p:childTnLst>
                        <p:par>
                          <p:cTn id="98" fill="hold">
                            <p:stCondLst>
                              <p:cond delay="0"/>
                            </p:stCondLst>
                            <p:childTnLst>
                              <p:par>
                                <p:cTn id="99" nodeType="clickEffect" fill="hold" presetClass="entr" presetID="53" presetSubtype="16">
                                  <p:stCondLst>
                                    <p:cond delay="0"/>
                                  </p:stCondLst>
                                  <p:childTnLst>
                                    <p:set>
                                      <p:cBhvr>
                                        <p:cTn id="100" dur="1" fill="hold">
                                          <p:stCondLst>
                                            <p:cond delay="0"/>
                                          </p:stCondLst>
                                        </p:cTn>
                                        <p:tgtEl>
                                          <p:spTgt spid="470"/>
                                        </p:tgtEl>
                                        <p:attrNameLst>
                                          <p:attrName>style.visibility</p:attrName>
                                        </p:attrNameLst>
                                      </p:cBhvr>
                                      <p:to>
                                        <p:strVal val="visible"/>
                                      </p:to>
                                    </p:set>
                                    <p:anim calcmode="lin" valueType="num">
                                      <p:cBhvr additive="repl">
                                        <p:cTn id="101" dur="500" fill="hold"/>
                                        <p:tgtEl>
                                          <p:spTgt spid="470"/>
                                        </p:tgtEl>
                                        <p:attrNameLst>
                                          <p:attrName>ppt_w</p:attrName>
                                        </p:attrNameLst>
                                      </p:cBhvr>
                                      <p:tavLst>
                                        <p:tav tm="0">
                                          <p:val>
                                            <p:fltVal val="0"/>
                                          </p:val>
                                        </p:tav>
                                        <p:tav tm="100000">
                                          <p:val>
                                            <p:strVal val="#ppt_w"/>
                                          </p:val>
                                        </p:tav>
                                      </p:tavLst>
                                    </p:anim>
                                    <p:anim calcmode="lin" valueType="num">
                                      <p:cBhvr additive="repl">
                                        <p:cTn id="102" dur="500" fill="hold"/>
                                        <p:tgtEl>
                                          <p:spTgt spid="470"/>
                                        </p:tgtEl>
                                        <p:attrNameLst>
                                          <p:attrName>ppt_h</p:attrName>
                                        </p:attrNameLst>
                                      </p:cBhvr>
                                      <p:tavLst>
                                        <p:tav tm="0">
                                          <p:val>
                                            <p:fltVal val="0"/>
                                          </p:val>
                                        </p:tav>
                                        <p:tav tm="100000">
                                          <p:val>
                                            <p:strVal val="#ppt_h"/>
                                          </p:val>
                                        </p:tav>
                                      </p:tavLst>
                                    </p:anim>
                                    <p:animEffect filter="fade" transition="in">
                                      <p:cBhvr additive="repl">
                                        <p:cTn id="103" dur="500"/>
                                        <p:tgtEl>
                                          <p:spTgt spid="470"/>
                                        </p:tgtEl>
                                      </p:cBhvr>
                                    </p:animEffect>
                                  </p:childTnLst>
                                </p:cTn>
                              </p:par>
                            </p:childTnLst>
                          </p:cTn>
                        </p:par>
                      </p:childTnLst>
                    </p:cTn>
                  </p:par>
                  <p:par>
                    <p:cTn id="104" fill="hold">
                      <p:stCondLst>
                        <p:cond delay="indefinite"/>
                      </p:stCondLst>
                      <p:childTnLst>
                        <p:par>
                          <p:cTn id="105" fill="hold">
                            <p:stCondLst>
                              <p:cond delay="0"/>
                            </p:stCondLst>
                            <p:childTnLst>
                              <p:par>
                                <p:cTn id="106" nodeType="clickEffect" fill="hold" presetClass="entr" presetID="42">
                                  <p:stCondLst>
                                    <p:cond delay="0"/>
                                  </p:stCondLst>
                                  <p:endCondLst>
                                    <p:cond delay="0" evt="begin">
                                      <p:tn val="106"/>
                                    </p:cond>
                                  </p:endCondLst>
                                  <p:childTnLst>
                                    <p:set>
                                      <p:cBhvr>
                                        <p:cTn id="107" dur="1" fill="hold">
                                          <p:stCondLst>
                                            <p:cond delay="0"/>
                                          </p:stCondLst>
                                        </p:cTn>
                                        <p:tgtEl>
                                          <p:spTgt spid="471"/>
                                        </p:tgtEl>
                                        <p:attrNameLst>
                                          <p:attrName>style.visibility</p:attrName>
                                        </p:attrNameLst>
                                      </p:cBhvr>
                                      <p:to>
                                        <p:strVal val="visible"/>
                                      </p:to>
                                    </p:set>
                                    <p:animEffect filter="fade" transition="in">
                                      <p:cBhvr additive="repl">
                                        <p:cTn id="108" dur="1000"/>
                                        <p:tgtEl>
                                          <p:spTgt spid="471"/>
                                        </p:tgtEl>
                                      </p:cBhvr>
                                    </p:animEffect>
                                    <p:anim calcmode="lin" valueType="num">
                                      <p:cBhvr additive="repl">
                                        <p:cTn id="109" dur="1000" fill="hold"/>
                                        <p:tgtEl>
                                          <p:spTgt spid="471"/>
                                        </p:tgtEl>
                                        <p:attrNameLst>
                                          <p:attrName>ppt_x</p:attrName>
                                        </p:attrNameLst>
                                      </p:cBhvr>
                                      <p:tavLst>
                                        <p:tav tm="0">
                                          <p:val>
                                            <p:strVal val="#ppt_x"/>
                                          </p:val>
                                        </p:tav>
                                        <p:tav tm="100000">
                                          <p:val>
                                            <p:strVal val="#ppt_x"/>
                                          </p:val>
                                        </p:tav>
                                      </p:tavLst>
                                    </p:anim>
                                    <p:anim calcmode="lin" valueType="num">
                                      <p:cBhvr additive="repl">
                                        <p:cTn id="110" dur="1000" fill="hold"/>
                                        <p:tgtEl>
                                          <p:spTgt spid="471"/>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113" nodeType="clickEffect" fill="hold" presetClass="entr" presetID="42">
                                  <p:stCondLst>
                                    <p:cond delay="0"/>
                                  </p:stCondLst>
                                  <p:endCondLst>
                                    <p:cond delay="0" evt="begin">
                                      <p:tn val="113"/>
                                    </p:cond>
                                  </p:endCondLst>
                                  <p:childTnLst>
                                    <p:set>
                                      <p:cBhvr>
                                        <p:cTn id="114" dur="1" fill="hold">
                                          <p:stCondLst>
                                            <p:cond delay="0"/>
                                          </p:stCondLst>
                                        </p:cTn>
                                        <p:tgtEl>
                                          <p:spTgt spid="472"/>
                                        </p:tgtEl>
                                        <p:attrNameLst>
                                          <p:attrName>style.visibility</p:attrName>
                                        </p:attrNameLst>
                                      </p:cBhvr>
                                      <p:to>
                                        <p:strVal val="visible"/>
                                      </p:to>
                                    </p:set>
                                    <p:animEffect filter="fade" transition="in">
                                      <p:cBhvr additive="repl">
                                        <p:cTn id="115" dur="1000"/>
                                        <p:tgtEl>
                                          <p:spTgt spid="472"/>
                                        </p:tgtEl>
                                      </p:cBhvr>
                                    </p:animEffect>
                                    <p:anim calcmode="lin" valueType="num">
                                      <p:cBhvr additive="repl">
                                        <p:cTn id="116" dur="1000" fill="hold"/>
                                        <p:tgtEl>
                                          <p:spTgt spid="472"/>
                                        </p:tgtEl>
                                        <p:attrNameLst>
                                          <p:attrName>ppt_x</p:attrName>
                                        </p:attrNameLst>
                                      </p:cBhvr>
                                      <p:tavLst>
                                        <p:tav tm="0">
                                          <p:val>
                                            <p:strVal val="#ppt_x"/>
                                          </p:val>
                                        </p:tav>
                                        <p:tav tm="100000">
                                          <p:val>
                                            <p:strVal val="#ppt_x"/>
                                          </p:val>
                                        </p:tav>
                                      </p:tavLst>
                                    </p:anim>
                                    <p:anim calcmode="lin" valueType="num">
                                      <p:cBhvr additive="repl">
                                        <p:cTn id="117" dur="1000" fill="hold"/>
                                        <p:tgtEl>
                                          <p:spTgt spid="47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74" name="Picture 2" descr=""/>
          <p:cNvPicPr/>
          <p:nvPr/>
        </p:nvPicPr>
        <p:blipFill>
          <a:blip r:embed="rId1"/>
          <a:srcRect l="0" t="96179" r="0" b="0"/>
          <a:stretch/>
        </p:blipFill>
        <p:spPr>
          <a:xfrm>
            <a:off x="676080" y="6472080"/>
            <a:ext cx="2142720" cy="192600"/>
          </a:xfrm>
          <a:prstGeom prst="rect">
            <a:avLst/>
          </a:prstGeom>
          <a:ln w="0">
            <a:noFill/>
          </a:ln>
        </p:spPr>
      </p:pic>
      <p:sp>
        <p:nvSpPr>
          <p:cNvPr id="475"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476" name="Text Placeholder 2"/>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endParaRPr b="0" lang="en-GB" sz="2000" spc="-1" strike="noStrike">
              <a:solidFill>
                <a:schemeClr val="dk1"/>
              </a:solidFill>
              <a:latin typeface="Trebuchet MS"/>
            </a:endParaRPr>
          </a:p>
        </p:txBody>
      </p:sp>
      <p:sp>
        <p:nvSpPr>
          <p:cNvPr id="477" name="Text Placeholder 3"/>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endParaRPr b="0" lang="en-GB" sz="2000" spc="-1" strike="noStrike">
              <a:solidFill>
                <a:schemeClr val="dk1"/>
              </a:solidFill>
              <a:latin typeface="Trebuchet MS"/>
            </a:endParaRPr>
          </a:p>
        </p:txBody>
      </p:sp>
      <p:sp>
        <p:nvSpPr>
          <p:cNvPr id="478" name=""/>
          <p:cNvSpPr txBox="1"/>
          <p:nvPr/>
        </p:nvSpPr>
        <p:spPr>
          <a:xfrm>
            <a:off x="720000" y="1200960"/>
            <a:ext cx="6762240" cy="4825080"/>
          </a:xfrm>
          <a:prstGeom prst="rect">
            <a:avLst/>
          </a:prstGeom>
          <a:noFill/>
          <a:ln w="0">
            <a:noFill/>
          </a:ln>
        </p:spPr>
        <p:txBody>
          <a:bodyPr lIns="90000" rIns="90000" tIns="45000" bIns="45000" anchor="t">
            <a:noAutofit/>
          </a:bodyPr>
          <a:p>
            <a:r>
              <a:rPr b="0" lang="en-US" sz="2000" spc="-1" strike="noStrike">
                <a:solidFill>
                  <a:schemeClr val="dk1">
                    <a:lumMod val="75000"/>
                    <a:lumOff val="25000"/>
                  </a:schemeClr>
                </a:solidFill>
                <a:latin typeface="Trebuchet MS"/>
              </a:rPr>
              <a:t>Graph Summary</a:t>
            </a:r>
            <a:endParaRPr b="0" lang="en-IN" sz="2000" spc="-1" strike="noStrike">
              <a:solidFill>
                <a:srgbClr val="000000"/>
              </a:solidFill>
              <a:latin typeface="Arial"/>
            </a:endParaRPr>
          </a:p>
          <a:p>
            <a:endParaRPr b="0" lang="en-IN" sz="2000" spc="-1" strike="noStrike">
              <a:solidFill>
                <a:srgbClr val="000000"/>
              </a:solidFill>
              <a:latin typeface="Arial"/>
            </a:endParaRPr>
          </a:p>
          <a:p>
            <a:r>
              <a:rPr b="0" lang="en-US" sz="2000" spc="-1" strike="noStrike">
                <a:solidFill>
                  <a:schemeClr val="dk1">
                    <a:lumMod val="75000"/>
                    <a:lumOff val="25000"/>
                  </a:schemeClr>
                </a:solidFill>
                <a:latin typeface="Trebuchet MS"/>
              </a:rPr>
              <a:t>High-Profit Crops: Sugarcane and Chilli consistently yield the highest average profit across all featured states, reaching up to 800,000–1,000,000 INR. Tamil Nadu displays the highest overall profit peak for Sugarcane.</a:t>
            </a:r>
            <a:endParaRPr b="0" lang="en-IN" sz="2000" spc="-1" strike="noStrike">
              <a:solidFill>
                <a:srgbClr val="000000"/>
              </a:solidFill>
              <a:latin typeface="Arial"/>
            </a:endParaRPr>
          </a:p>
          <a:p>
            <a:endParaRPr b="0" lang="en-IN" sz="2000" spc="-1" strike="noStrike">
              <a:solidFill>
                <a:srgbClr val="000000"/>
              </a:solidFill>
              <a:latin typeface="Arial"/>
            </a:endParaRPr>
          </a:p>
          <a:p>
            <a:r>
              <a:rPr b="0" lang="en-US" sz="2000" spc="-1" strike="noStrike">
                <a:solidFill>
                  <a:schemeClr val="dk1">
                    <a:lumMod val="75000"/>
                    <a:lumOff val="25000"/>
                  </a:schemeClr>
                </a:solidFill>
                <a:latin typeface="Trebuchet MS"/>
              </a:rPr>
              <a:t>Moderate-Profit Crops: Cotton and Groundnut generate modest positive returns (under 200,000 INR) in most regions.</a:t>
            </a:r>
            <a:endParaRPr b="0" lang="en-IN" sz="2000" spc="-1" strike="noStrike">
              <a:solidFill>
                <a:srgbClr val="000000"/>
              </a:solidFill>
              <a:latin typeface="Arial"/>
            </a:endParaRPr>
          </a:p>
          <a:p>
            <a:endParaRPr b="0" lang="en-IN" sz="2000" spc="-1" strike="noStrike">
              <a:solidFill>
                <a:srgbClr val="000000"/>
              </a:solidFill>
              <a:latin typeface="Arial"/>
            </a:endParaRPr>
          </a:p>
          <a:p>
            <a:r>
              <a:rPr b="0" lang="en-US" sz="2000" spc="-1" strike="noStrike">
                <a:solidFill>
                  <a:schemeClr val="dk1">
                    <a:lumMod val="75000"/>
                    <a:lumOff val="25000"/>
                  </a:schemeClr>
                </a:solidFill>
                <a:latin typeface="Trebuchet MS"/>
              </a:rPr>
              <a:t>Negative-Profit Crops: Wheat, Rice, and Maize consistently show negative average profits (falling between -50,000 and -180,000 INR) across all states, indicating potential net financial losses for these staple crops in the dataset.</a:t>
            </a:r>
            <a:endParaRPr b="0" lang="en-IN" sz="20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118" dur="indefinite" restart="never" nodeType="tmRoot">
          <p:childTnLst>
            <p:seq>
              <p:cTn id="119" dur="indefinite" nodeType="mainSeq">
                <p:childTnLst>
                  <p:par>
                    <p:cTn id="120" fill="hold">
                      <p:stCondLst>
                        <p:cond delay="indefinite"/>
                      </p:stCondLst>
                      <p:childTnLst>
                        <p:par>
                          <p:cTn id="121" fill="hold">
                            <p:stCondLst>
                              <p:cond delay="0"/>
                            </p:stCondLst>
                            <p:childTnLst>
                              <p:par>
                                <p:cTn id="122" nodeType="clickEffect" fill="hold" presetClass="entr" presetID="53" presetSubtype="16">
                                  <p:stCondLst>
                                    <p:cond delay="0"/>
                                  </p:stCondLst>
                                  <p:childTnLst>
                                    <p:set>
                                      <p:cBhvr>
                                        <p:cTn id="123" dur="1" fill="hold">
                                          <p:stCondLst>
                                            <p:cond delay="0"/>
                                          </p:stCondLst>
                                        </p:cTn>
                                        <p:tgtEl>
                                          <p:spTgt spid="475"/>
                                        </p:tgtEl>
                                        <p:attrNameLst>
                                          <p:attrName>style.visibility</p:attrName>
                                        </p:attrNameLst>
                                      </p:cBhvr>
                                      <p:to>
                                        <p:strVal val="visible"/>
                                      </p:to>
                                    </p:set>
                                    <p:anim calcmode="lin" valueType="num">
                                      <p:cBhvr additive="repl">
                                        <p:cTn id="124" dur="500" fill="hold"/>
                                        <p:tgtEl>
                                          <p:spTgt spid="475"/>
                                        </p:tgtEl>
                                        <p:attrNameLst>
                                          <p:attrName>ppt_w</p:attrName>
                                        </p:attrNameLst>
                                      </p:cBhvr>
                                      <p:tavLst>
                                        <p:tav tm="0">
                                          <p:val>
                                            <p:fltVal val="0"/>
                                          </p:val>
                                        </p:tav>
                                        <p:tav tm="100000">
                                          <p:val>
                                            <p:strVal val="#ppt_w"/>
                                          </p:val>
                                        </p:tav>
                                      </p:tavLst>
                                    </p:anim>
                                    <p:anim calcmode="lin" valueType="num">
                                      <p:cBhvr additive="repl">
                                        <p:cTn id="125" dur="500" fill="hold"/>
                                        <p:tgtEl>
                                          <p:spTgt spid="475"/>
                                        </p:tgtEl>
                                        <p:attrNameLst>
                                          <p:attrName>ppt_h</p:attrName>
                                        </p:attrNameLst>
                                      </p:cBhvr>
                                      <p:tavLst>
                                        <p:tav tm="0">
                                          <p:val>
                                            <p:fltVal val="0"/>
                                          </p:val>
                                        </p:tav>
                                        <p:tav tm="100000">
                                          <p:val>
                                            <p:strVal val="#ppt_h"/>
                                          </p:val>
                                        </p:tav>
                                      </p:tavLst>
                                    </p:anim>
                                    <p:animEffect filter="fade" transition="in">
                                      <p:cBhvr additive="repl">
                                        <p:cTn id="126" dur="500"/>
                                        <p:tgtEl>
                                          <p:spTgt spid="475"/>
                                        </p:tgtEl>
                                      </p:cBhvr>
                                    </p:animEffect>
                                  </p:childTnLst>
                                </p:cTn>
                              </p:par>
                            </p:childTnLst>
                          </p:cTn>
                        </p:par>
                      </p:childTnLst>
                    </p:cTn>
                  </p:par>
                  <p:par>
                    <p:cTn id="127" fill="hold">
                      <p:stCondLst>
                        <p:cond delay="indefinite"/>
                      </p:stCondLst>
                      <p:childTnLst>
                        <p:par>
                          <p:cTn id="128" fill="hold">
                            <p:stCondLst>
                              <p:cond delay="0"/>
                            </p:stCondLst>
                            <p:childTnLst>
                              <p:par>
                                <p:cTn id="129" nodeType="clickEffect" fill="hold" presetClass="entr" presetID="42">
                                  <p:stCondLst>
                                    <p:cond delay="0"/>
                                  </p:stCondLst>
                                  <p:endCondLst>
                                    <p:cond delay="0" evt="begin">
                                      <p:tn val="129"/>
                                    </p:cond>
                                  </p:endCondLst>
                                  <p:childTnLst>
                                    <p:set>
                                      <p:cBhvr>
                                        <p:cTn id="130" dur="1" fill="hold">
                                          <p:stCondLst>
                                            <p:cond delay="0"/>
                                          </p:stCondLst>
                                        </p:cTn>
                                        <p:tgtEl>
                                          <p:spTgt spid="476"/>
                                        </p:tgtEl>
                                        <p:attrNameLst>
                                          <p:attrName>style.visibility</p:attrName>
                                        </p:attrNameLst>
                                      </p:cBhvr>
                                      <p:to>
                                        <p:strVal val="visible"/>
                                      </p:to>
                                    </p:set>
                                    <p:animEffect filter="fade" transition="in">
                                      <p:cBhvr additive="repl">
                                        <p:cTn id="131" dur="1000"/>
                                        <p:tgtEl>
                                          <p:spTgt spid="476"/>
                                        </p:tgtEl>
                                      </p:cBhvr>
                                    </p:animEffect>
                                    <p:anim calcmode="lin" valueType="num">
                                      <p:cBhvr additive="repl">
                                        <p:cTn id="132" dur="1000" fill="hold"/>
                                        <p:tgtEl>
                                          <p:spTgt spid="476"/>
                                        </p:tgtEl>
                                        <p:attrNameLst>
                                          <p:attrName>ppt_x</p:attrName>
                                        </p:attrNameLst>
                                      </p:cBhvr>
                                      <p:tavLst>
                                        <p:tav tm="0">
                                          <p:val>
                                            <p:strVal val="#ppt_x"/>
                                          </p:val>
                                        </p:tav>
                                        <p:tav tm="100000">
                                          <p:val>
                                            <p:strVal val="#ppt_x"/>
                                          </p:val>
                                        </p:tav>
                                      </p:tavLst>
                                    </p:anim>
                                    <p:anim calcmode="lin" valueType="num">
                                      <p:cBhvr additive="repl">
                                        <p:cTn id="133" dur="1000" fill="hold"/>
                                        <p:tgtEl>
                                          <p:spTgt spid="476"/>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6" nodeType="clickEffect" fill="hold" presetClass="entr" presetID="42">
                                  <p:stCondLst>
                                    <p:cond delay="0"/>
                                  </p:stCondLst>
                                  <p:endCondLst>
                                    <p:cond delay="0" evt="begin">
                                      <p:tn val="136"/>
                                    </p:cond>
                                  </p:endCondLst>
                                  <p:childTnLst>
                                    <p:set>
                                      <p:cBhvr>
                                        <p:cTn id="137" dur="1" fill="hold">
                                          <p:stCondLst>
                                            <p:cond delay="0"/>
                                          </p:stCondLst>
                                        </p:cTn>
                                        <p:tgtEl>
                                          <p:spTgt spid="477"/>
                                        </p:tgtEl>
                                        <p:attrNameLst>
                                          <p:attrName>style.visibility</p:attrName>
                                        </p:attrNameLst>
                                      </p:cBhvr>
                                      <p:to>
                                        <p:strVal val="visible"/>
                                      </p:to>
                                    </p:set>
                                    <p:animEffect filter="fade" transition="in">
                                      <p:cBhvr additive="repl">
                                        <p:cTn id="138" dur="1000"/>
                                        <p:tgtEl>
                                          <p:spTgt spid="477"/>
                                        </p:tgtEl>
                                      </p:cBhvr>
                                    </p:animEffect>
                                    <p:anim calcmode="lin" valueType="num">
                                      <p:cBhvr additive="repl">
                                        <p:cTn id="139" dur="1000" fill="hold"/>
                                        <p:tgtEl>
                                          <p:spTgt spid="477"/>
                                        </p:tgtEl>
                                        <p:attrNameLst>
                                          <p:attrName>ppt_x</p:attrName>
                                        </p:attrNameLst>
                                      </p:cBhvr>
                                      <p:tavLst>
                                        <p:tav tm="0">
                                          <p:val>
                                            <p:strVal val="#ppt_x"/>
                                          </p:val>
                                        </p:tav>
                                        <p:tav tm="100000">
                                          <p:val>
                                            <p:strVal val="#ppt_x"/>
                                          </p:val>
                                        </p:tav>
                                      </p:tavLst>
                                    </p:anim>
                                    <p:anim calcmode="lin" valueType="num">
                                      <p:cBhvr additive="repl">
                                        <p:cTn id="140" dur="1000" fill="hold"/>
                                        <p:tgtEl>
                                          <p:spTgt spid="47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79" name="Picture 4" descr=""/>
          <p:cNvPicPr/>
          <p:nvPr/>
        </p:nvPicPr>
        <p:blipFill>
          <a:blip r:embed="rId1"/>
          <a:srcRect l="0" t="96179" r="0" b="0"/>
          <a:stretch/>
        </p:blipFill>
        <p:spPr>
          <a:xfrm>
            <a:off x="676080" y="6472080"/>
            <a:ext cx="2142720" cy="192600"/>
          </a:xfrm>
          <a:prstGeom prst="rect">
            <a:avLst/>
          </a:prstGeom>
          <a:ln w="0">
            <a:noFill/>
          </a:ln>
        </p:spPr>
      </p:pic>
      <p:sp>
        <p:nvSpPr>
          <p:cNvPr id="480"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481" name="Text Placeholder 3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482" name="Text Placeholder 30"/>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483" name="PlaceHolder 2"/>
          <p:cNvSpPr>
            <a:spLocks noGrp="1"/>
          </p:cNvSpPr>
          <p:nvPr>
            <p:ph/>
          </p:nvPr>
        </p:nvSpPr>
        <p:spPr>
          <a:xfrm>
            <a:off x="627120" y="1440000"/>
            <a:ext cx="7472880" cy="162000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Code Summary</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Aggregation: Groups the dataset by State and Crop to calculate three metrics: mean yield (Average_Yield), mean profit (Average_Profit), and total yield (Total_Production).</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Formatting: Rounds values to two decimal places and sorts results alphabetically by State, then by Average_Profit in descending order.</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Visualization: Plots a grouped bar chart using Seaborn (sns.barplot), setting State on the x-axis, Average_Profit on the y-axis, and grouping by Crop.</a:t>
            </a:r>
            <a:endParaRPr b="0" lang="en-US" sz="2000" spc="-1" strike="noStrike">
              <a:solidFill>
                <a:schemeClr val="dk1">
                  <a:lumMod val="75000"/>
                  <a:lumOff val="25000"/>
                </a:schemeClr>
              </a:solidFill>
              <a:latin typeface="Trebuchet MS"/>
            </a:endParaRPr>
          </a:p>
        </p:txBody>
      </p:sp>
    </p:spTree>
  </p:cSld>
  <mc:AlternateContent>
    <mc:Choice Requires="p14">
      <p:transition spd="slow" p14:dur="2000"/>
    </mc:Choice>
    <mc:Fallback>
      <p:transition spd="slow"/>
    </mc:Fallback>
  </mc:AlternateContent>
  <p:timing>
    <p:tnLst>
      <p:par>
        <p:cTn id="141" dur="indefinite" restart="never" nodeType="tmRoot">
          <p:childTnLst>
            <p:seq>
              <p:cTn id="142" dur="indefinite" nodeType="mainSeq">
                <p:childTnLst>
                  <p:par>
                    <p:cTn id="143" fill="hold">
                      <p:stCondLst>
                        <p:cond delay="indefinite"/>
                      </p:stCondLst>
                      <p:childTnLst>
                        <p:par>
                          <p:cTn id="144" fill="hold">
                            <p:stCondLst>
                              <p:cond delay="0"/>
                            </p:stCondLst>
                            <p:childTnLst>
                              <p:par>
                                <p:cTn id="145" nodeType="clickEffect" fill="hold" presetClass="entr" presetID="53" presetSubtype="16">
                                  <p:stCondLst>
                                    <p:cond delay="0"/>
                                  </p:stCondLst>
                                  <p:childTnLst>
                                    <p:set>
                                      <p:cBhvr>
                                        <p:cTn id="146" dur="1" fill="hold">
                                          <p:stCondLst>
                                            <p:cond delay="0"/>
                                          </p:stCondLst>
                                        </p:cTn>
                                        <p:tgtEl>
                                          <p:spTgt spid="480"/>
                                        </p:tgtEl>
                                        <p:attrNameLst>
                                          <p:attrName>style.visibility</p:attrName>
                                        </p:attrNameLst>
                                      </p:cBhvr>
                                      <p:to>
                                        <p:strVal val="visible"/>
                                      </p:to>
                                    </p:set>
                                    <p:anim calcmode="lin" valueType="num">
                                      <p:cBhvr additive="repl">
                                        <p:cTn id="147" dur="500" fill="hold"/>
                                        <p:tgtEl>
                                          <p:spTgt spid="480"/>
                                        </p:tgtEl>
                                        <p:attrNameLst>
                                          <p:attrName>ppt_w</p:attrName>
                                        </p:attrNameLst>
                                      </p:cBhvr>
                                      <p:tavLst>
                                        <p:tav tm="0">
                                          <p:val>
                                            <p:fltVal val="0"/>
                                          </p:val>
                                        </p:tav>
                                        <p:tav tm="100000">
                                          <p:val>
                                            <p:strVal val="#ppt_w"/>
                                          </p:val>
                                        </p:tav>
                                      </p:tavLst>
                                    </p:anim>
                                    <p:anim calcmode="lin" valueType="num">
                                      <p:cBhvr additive="repl">
                                        <p:cTn id="148" dur="500" fill="hold"/>
                                        <p:tgtEl>
                                          <p:spTgt spid="480"/>
                                        </p:tgtEl>
                                        <p:attrNameLst>
                                          <p:attrName>ppt_h</p:attrName>
                                        </p:attrNameLst>
                                      </p:cBhvr>
                                      <p:tavLst>
                                        <p:tav tm="0">
                                          <p:val>
                                            <p:fltVal val="0"/>
                                          </p:val>
                                        </p:tav>
                                        <p:tav tm="100000">
                                          <p:val>
                                            <p:strVal val="#ppt_h"/>
                                          </p:val>
                                        </p:tav>
                                      </p:tavLst>
                                    </p:anim>
                                    <p:animEffect filter="fade" transition="in">
                                      <p:cBhvr additive="repl">
                                        <p:cTn id="149" dur="500"/>
                                        <p:tgtEl>
                                          <p:spTgt spid="480"/>
                                        </p:tgtEl>
                                      </p:cBhvr>
                                    </p:animEffect>
                                  </p:childTnLst>
                                </p:cTn>
                              </p:par>
                            </p:childTnLst>
                          </p:cTn>
                        </p:par>
                      </p:childTnLst>
                    </p:cTn>
                  </p:par>
                  <p:par>
                    <p:cTn id="150" fill="hold">
                      <p:stCondLst>
                        <p:cond delay="indefinite"/>
                      </p:stCondLst>
                      <p:childTnLst>
                        <p:par>
                          <p:cTn id="151" fill="hold">
                            <p:stCondLst>
                              <p:cond delay="0"/>
                            </p:stCondLst>
                            <p:childTnLst>
                              <p:par>
                                <p:cTn id="152" nodeType="clickEffect" fill="hold" presetClass="entr" presetID="42">
                                  <p:stCondLst>
                                    <p:cond delay="0"/>
                                  </p:stCondLst>
                                  <p:endCondLst>
                                    <p:cond delay="0" evt="begin">
                                      <p:tn val="152"/>
                                    </p:cond>
                                  </p:endCondLst>
                                  <p:childTnLst>
                                    <p:set>
                                      <p:cBhvr>
                                        <p:cTn id="153" dur="1" fill="hold">
                                          <p:stCondLst>
                                            <p:cond delay="0"/>
                                          </p:stCondLst>
                                        </p:cTn>
                                        <p:tgtEl>
                                          <p:spTgt spid="481"/>
                                        </p:tgtEl>
                                        <p:attrNameLst>
                                          <p:attrName>style.visibility</p:attrName>
                                        </p:attrNameLst>
                                      </p:cBhvr>
                                      <p:to>
                                        <p:strVal val="visible"/>
                                      </p:to>
                                    </p:set>
                                    <p:animEffect filter="fade" transition="in">
                                      <p:cBhvr additive="repl">
                                        <p:cTn id="154" dur="1000"/>
                                        <p:tgtEl>
                                          <p:spTgt spid="481"/>
                                        </p:tgtEl>
                                      </p:cBhvr>
                                    </p:animEffect>
                                    <p:anim calcmode="lin" valueType="num">
                                      <p:cBhvr additive="repl">
                                        <p:cTn id="155" dur="1000" fill="hold"/>
                                        <p:tgtEl>
                                          <p:spTgt spid="481"/>
                                        </p:tgtEl>
                                        <p:attrNameLst>
                                          <p:attrName>ppt_x</p:attrName>
                                        </p:attrNameLst>
                                      </p:cBhvr>
                                      <p:tavLst>
                                        <p:tav tm="0">
                                          <p:val>
                                            <p:strVal val="#ppt_x"/>
                                          </p:val>
                                        </p:tav>
                                        <p:tav tm="100000">
                                          <p:val>
                                            <p:strVal val="#ppt_x"/>
                                          </p:val>
                                        </p:tav>
                                      </p:tavLst>
                                    </p:anim>
                                    <p:anim calcmode="lin" valueType="num">
                                      <p:cBhvr additive="repl">
                                        <p:cTn id="156" dur="1000" fill="hold"/>
                                        <p:tgtEl>
                                          <p:spTgt spid="481"/>
                                        </p:tgtEl>
                                        <p:attrNameLst>
                                          <p:attrName>ppt_y</p:attrName>
                                        </p:attrNameLst>
                                      </p:cBhvr>
                                      <p:tavLst>
                                        <p:tav tm="0">
                                          <p:val>
                                            <p:strVal val="#ppt_y+.1"/>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59" nodeType="clickEffect" fill="hold" presetClass="entr" presetID="42">
                                  <p:stCondLst>
                                    <p:cond delay="0"/>
                                  </p:stCondLst>
                                  <p:endCondLst>
                                    <p:cond delay="0" evt="begin">
                                      <p:tn val="159"/>
                                    </p:cond>
                                  </p:endCondLst>
                                  <p:childTnLst>
                                    <p:set>
                                      <p:cBhvr>
                                        <p:cTn id="160" dur="1" fill="hold">
                                          <p:stCondLst>
                                            <p:cond delay="0"/>
                                          </p:stCondLst>
                                        </p:cTn>
                                        <p:tgtEl>
                                          <p:spTgt spid="482"/>
                                        </p:tgtEl>
                                        <p:attrNameLst>
                                          <p:attrName>style.visibility</p:attrName>
                                        </p:attrNameLst>
                                      </p:cBhvr>
                                      <p:to>
                                        <p:strVal val="visible"/>
                                      </p:to>
                                    </p:set>
                                    <p:animEffect filter="fade" transition="in">
                                      <p:cBhvr additive="repl">
                                        <p:cTn id="161" dur="1000"/>
                                        <p:tgtEl>
                                          <p:spTgt spid="482"/>
                                        </p:tgtEl>
                                      </p:cBhvr>
                                    </p:animEffect>
                                    <p:anim calcmode="lin" valueType="num">
                                      <p:cBhvr additive="repl">
                                        <p:cTn id="162" dur="1000" fill="hold"/>
                                        <p:tgtEl>
                                          <p:spTgt spid="482"/>
                                        </p:tgtEl>
                                        <p:attrNameLst>
                                          <p:attrName>ppt_x</p:attrName>
                                        </p:attrNameLst>
                                      </p:cBhvr>
                                      <p:tavLst>
                                        <p:tav tm="0">
                                          <p:val>
                                            <p:strVal val="#ppt_x"/>
                                          </p:val>
                                        </p:tav>
                                        <p:tav tm="100000">
                                          <p:val>
                                            <p:strVal val="#ppt_x"/>
                                          </p:val>
                                        </p:tav>
                                      </p:tavLst>
                                    </p:anim>
                                    <p:anim calcmode="lin" valueType="num">
                                      <p:cBhvr additive="repl">
                                        <p:cTn id="163" dur="1000" fill="hold"/>
                                        <p:tgtEl>
                                          <p:spTgt spid="482"/>
                                        </p:tgtEl>
                                        <p:attrNameLst>
                                          <p:attrName>ppt_y</p:attrName>
                                        </p:attrNameLst>
                                      </p:cBhvr>
                                      <p:tavLst>
                                        <p:tav tm="0">
                                          <p:val>
                                            <p:strVal val="#ppt_y+.1"/>
                                          </p:val>
                                        </p:tav>
                                        <p:tav tm="100000">
                                          <p:val>
                                            <p:strVal val="#ppt_y"/>
                                          </p:val>
                                        </p:tav>
                                      </p:tavLst>
                                    </p:anim>
                                  </p:childTnLst>
                                </p:cTn>
                              </p:par>
                            </p:childTnLst>
                          </p:cTn>
                        </p:par>
                      </p:childTnLst>
                    </p:cTn>
                  </p:par>
                  <p:par>
                    <p:cTn id="164" fill="hold">
                      <p:stCondLst>
                        <p:cond delay="indefinite"/>
                      </p:stCondLst>
                      <p:childTnLst>
                        <p:par>
                          <p:cTn id="165" fill="hold">
                            <p:stCondLst>
                              <p:cond delay="0"/>
                            </p:stCondLst>
                            <p:childTnLst>
                              <p:par>
                                <p:cTn id="166" nodeType="clickEffect" fill="hold" presetClass="entr" presetID="42">
                                  <p:stCondLst>
                                    <p:cond delay="0"/>
                                  </p:stCondLst>
                                  <p:childTnLst>
                                    <p:set>
                                      <p:cBhvr>
                                        <p:cTn id="167" dur="1" fill="hold">
                                          <p:stCondLst>
                                            <p:cond delay="0"/>
                                          </p:stCondLst>
                                        </p:cTn>
                                        <p:tgtEl>
                                          <p:spTgt spid="483">
                                            <p:txEl>
                                              <p:pRg st="0" end="0"/>
                                            </p:txEl>
                                          </p:spTgt>
                                        </p:tgtEl>
                                        <p:attrNameLst>
                                          <p:attrName>style.visibility</p:attrName>
                                        </p:attrNameLst>
                                      </p:cBhvr>
                                      <p:to>
                                        <p:strVal val="visible"/>
                                      </p:to>
                                    </p:set>
                                    <p:animEffect filter="fade" transition="in">
                                      <p:cBhvr additive="repl">
                                        <p:cTn id="168" dur="1000"/>
                                        <p:tgtEl>
                                          <p:spTgt spid="483">
                                            <p:txEl>
                                              <p:pRg st="0" end="0"/>
                                            </p:txEl>
                                          </p:spTgt>
                                        </p:tgtEl>
                                      </p:cBhvr>
                                    </p:animEffect>
                                    <p:anim calcmode="lin" valueType="num">
                                      <p:cBhvr additive="repl">
                                        <p:cTn id="169" dur="1000" fill="hold"/>
                                        <p:tgtEl>
                                          <p:spTgt spid="483">
                                            <p:txEl>
                                              <p:pRg st="0" end="0"/>
                                            </p:txEl>
                                          </p:spTgt>
                                        </p:tgtEl>
                                        <p:attrNameLst>
                                          <p:attrName>ppt_x</p:attrName>
                                        </p:attrNameLst>
                                      </p:cBhvr>
                                      <p:tavLst>
                                        <p:tav tm="0">
                                          <p:val>
                                            <p:strVal val="#ppt_x"/>
                                          </p:val>
                                        </p:tav>
                                        <p:tav tm="100000">
                                          <p:val>
                                            <p:strVal val="#ppt_x"/>
                                          </p:val>
                                        </p:tav>
                                      </p:tavLst>
                                    </p:anim>
                                    <p:anim calcmode="lin" valueType="num">
                                      <p:cBhvr additive="repl">
                                        <p:cTn id="170" dur="1000" fill="hold"/>
                                        <p:tgtEl>
                                          <p:spTgt spid="48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84" name="Picture 4" descr=""/>
          <p:cNvPicPr/>
          <p:nvPr/>
        </p:nvPicPr>
        <p:blipFill>
          <a:blip r:embed="rId1"/>
          <a:srcRect l="0" t="96179" r="0" b="0"/>
          <a:stretch/>
        </p:blipFill>
        <p:spPr>
          <a:xfrm>
            <a:off x="676080" y="6472080"/>
            <a:ext cx="2142720" cy="192600"/>
          </a:xfrm>
          <a:prstGeom prst="rect">
            <a:avLst/>
          </a:prstGeom>
          <a:ln w="0">
            <a:noFill/>
          </a:ln>
        </p:spPr>
      </p:pic>
      <p:sp>
        <p:nvSpPr>
          <p:cNvPr id="485"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486" name="Text Placeholder 3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487" name="Text Placeholder 30"/>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pic>
        <p:nvPicPr>
          <p:cNvPr id="488" name="" descr=""/>
          <p:cNvPicPr/>
          <p:nvPr/>
        </p:nvPicPr>
        <p:blipFill>
          <a:blip r:embed="rId2"/>
          <a:stretch/>
        </p:blipFill>
        <p:spPr>
          <a:xfrm>
            <a:off x="540000" y="1620000"/>
            <a:ext cx="8408520" cy="4140000"/>
          </a:xfrm>
          <a:prstGeom prst="rect">
            <a:avLst/>
          </a:prstGeom>
          <a:ln w="0">
            <a:noFill/>
          </a:ln>
        </p:spPr>
      </p:pic>
    </p:spTree>
  </p:cSld>
  <mc:AlternateContent>
    <mc:Choice Requires="p14">
      <p:transition spd="slow" p14:dur="2000"/>
    </mc:Choice>
    <mc:Fallback>
      <p:transition spd="slow"/>
    </mc:Fallback>
  </mc:AlternateContent>
  <p:timing>
    <p:tnLst>
      <p:par>
        <p:cTn id="171" dur="indefinite" restart="never" nodeType="tmRoot">
          <p:childTnLst>
            <p:seq>
              <p:cTn id="172" dur="indefinite" nodeType="mainSeq">
                <p:childTnLst>
                  <p:par>
                    <p:cTn id="173" fill="hold">
                      <p:stCondLst>
                        <p:cond delay="indefinite"/>
                      </p:stCondLst>
                      <p:childTnLst>
                        <p:par>
                          <p:cTn id="174" fill="hold">
                            <p:stCondLst>
                              <p:cond delay="0"/>
                            </p:stCondLst>
                            <p:childTnLst>
                              <p:par>
                                <p:cTn id="175" nodeType="clickEffect" fill="hold" presetClass="entr" presetID="53" presetSubtype="16">
                                  <p:stCondLst>
                                    <p:cond delay="0"/>
                                  </p:stCondLst>
                                  <p:childTnLst>
                                    <p:set>
                                      <p:cBhvr>
                                        <p:cTn id="176" dur="1" fill="hold">
                                          <p:stCondLst>
                                            <p:cond delay="0"/>
                                          </p:stCondLst>
                                        </p:cTn>
                                        <p:tgtEl>
                                          <p:spTgt spid="485"/>
                                        </p:tgtEl>
                                        <p:attrNameLst>
                                          <p:attrName>style.visibility</p:attrName>
                                        </p:attrNameLst>
                                      </p:cBhvr>
                                      <p:to>
                                        <p:strVal val="visible"/>
                                      </p:to>
                                    </p:set>
                                    <p:anim calcmode="lin" valueType="num">
                                      <p:cBhvr additive="repl">
                                        <p:cTn id="177" dur="500" fill="hold"/>
                                        <p:tgtEl>
                                          <p:spTgt spid="485"/>
                                        </p:tgtEl>
                                        <p:attrNameLst>
                                          <p:attrName>ppt_w</p:attrName>
                                        </p:attrNameLst>
                                      </p:cBhvr>
                                      <p:tavLst>
                                        <p:tav tm="0">
                                          <p:val>
                                            <p:fltVal val="0"/>
                                          </p:val>
                                        </p:tav>
                                        <p:tav tm="100000">
                                          <p:val>
                                            <p:strVal val="#ppt_w"/>
                                          </p:val>
                                        </p:tav>
                                      </p:tavLst>
                                    </p:anim>
                                    <p:anim calcmode="lin" valueType="num">
                                      <p:cBhvr additive="repl">
                                        <p:cTn id="178" dur="500" fill="hold"/>
                                        <p:tgtEl>
                                          <p:spTgt spid="485"/>
                                        </p:tgtEl>
                                        <p:attrNameLst>
                                          <p:attrName>ppt_h</p:attrName>
                                        </p:attrNameLst>
                                      </p:cBhvr>
                                      <p:tavLst>
                                        <p:tav tm="0">
                                          <p:val>
                                            <p:fltVal val="0"/>
                                          </p:val>
                                        </p:tav>
                                        <p:tav tm="100000">
                                          <p:val>
                                            <p:strVal val="#ppt_h"/>
                                          </p:val>
                                        </p:tav>
                                      </p:tavLst>
                                    </p:anim>
                                    <p:animEffect filter="fade" transition="in">
                                      <p:cBhvr additive="repl">
                                        <p:cTn id="179" dur="500"/>
                                        <p:tgtEl>
                                          <p:spTgt spid="485"/>
                                        </p:tgtEl>
                                      </p:cBhvr>
                                    </p:animEffect>
                                  </p:childTnLst>
                                </p:cTn>
                              </p:par>
                            </p:childTnLst>
                          </p:cTn>
                        </p:par>
                      </p:childTnLst>
                    </p:cTn>
                  </p:par>
                  <p:par>
                    <p:cTn id="180" fill="hold">
                      <p:stCondLst>
                        <p:cond delay="indefinite"/>
                      </p:stCondLst>
                      <p:childTnLst>
                        <p:par>
                          <p:cTn id="181" fill="hold">
                            <p:stCondLst>
                              <p:cond delay="0"/>
                            </p:stCondLst>
                            <p:childTnLst>
                              <p:par>
                                <p:cTn id="182" nodeType="clickEffect" fill="hold" presetClass="entr" presetID="42">
                                  <p:stCondLst>
                                    <p:cond delay="0"/>
                                  </p:stCondLst>
                                  <p:endCondLst>
                                    <p:cond delay="0" evt="begin">
                                      <p:tn val="182"/>
                                    </p:cond>
                                  </p:endCondLst>
                                  <p:childTnLst>
                                    <p:set>
                                      <p:cBhvr>
                                        <p:cTn id="183" dur="1" fill="hold">
                                          <p:stCondLst>
                                            <p:cond delay="0"/>
                                          </p:stCondLst>
                                        </p:cTn>
                                        <p:tgtEl>
                                          <p:spTgt spid="486"/>
                                        </p:tgtEl>
                                        <p:attrNameLst>
                                          <p:attrName>style.visibility</p:attrName>
                                        </p:attrNameLst>
                                      </p:cBhvr>
                                      <p:to>
                                        <p:strVal val="visible"/>
                                      </p:to>
                                    </p:set>
                                    <p:animEffect filter="fade" transition="in">
                                      <p:cBhvr additive="repl">
                                        <p:cTn id="184" dur="1000"/>
                                        <p:tgtEl>
                                          <p:spTgt spid="486"/>
                                        </p:tgtEl>
                                      </p:cBhvr>
                                    </p:animEffect>
                                    <p:anim calcmode="lin" valueType="num">
                                      <p:cBhvr additive="repl">
                                        <p:cTn id="185" dur="1000" fill="hold"/>
                                        <p:tgtEl>
                                          <p:spTgt spid="486"/>
                                        </p:tgtEl>
                                        <p:attrNameLst>
                                          <p:attrName>ppt_x</p:attrName>
                                        </p:attrNameLst>
                                      </p:cBhvr>
                                      <p:tavLst>
                                        <p:tav tm="0">
                                          <p:val>
                                            <p:strVal val="#ppt_x"/>
                                          </p:val>
                                        </p:tav>
                                        <p:tav tm="100000">
                                          <p:val>
                                            <p:strVal val="#ppt_x"/>
                                          </p:val>
                                        </p:tav>
                                      </p:tavLst>
                                    </p:anim>
                                    <p:anim calcmode="lin" valueType="num">
                                      <p:cBhvr additive="repl">
                                        <p:cTn id="186" dur="1000" fill="hold"/>
                                        <p:tgtEl>
                                          <p:spTgt spid="486"/>
                                        </p:tgtEl>
                                        <p:attrNameLst>
                                          <p:attrName>ppt_y</p:attrName>
                                        </p:attrNameLst>
                                      </p:cBhvr>
                                      <p:tavLst>
                                        <p:tav tm="0">
                                          <p:val>
                                            <p:strVal val="#ppt_y+.1"/>
                                          </p:val>
                                        </p:tav>
                                        <p:tav tm="100000">
                                          <p:val>
                                            <p:strVal val="#ppt_y"/>
                                          </p:val>
                                        </p:tav>
                                      </p:tavLst>
                                    </p:anim>
                                  </p:childTnLst>
                                </p:cTn>
                              </p:par>
                            </p:childTnLst>
                          </p:cTn>
                        </p:par>
                      </p:childTnLst>
                    </p:cTn>
                  </p:par>
                  <p:par>
                    <p:cTn id="187" fill="hold">
                      <p:stCondLst>
                        <p:cond delay="indefinite"/>
                      </p:stCondLst>
                      <p:childTnLst>
                        <p:par>
                          <p:cTn id="188" fill="hold">
                            <p:stCondLst>
                              <p:cond delay="0"/>
                            </p:stCondLst>
                            <p:childTnLst>
                              <p:par>
                                <p:cTn id="189" nodeType="clickEffect" fill="hold" presetClass="entr" presetID="42">
                                  <p:stCondLst>
                                    <p:cond delay="0"/>
                                  </p:stCondLst>
                                  <p:endCondLst>
                                    <p:cond delay="0" evt="begin">
                                      <p:tn val="189"/>
                                    </p:cond>
                                  </p:endCondLst>
                                  <p:childTnLst>
                                    <p:set>
                                      <p:cBhvr>
                                        <p:cTn id="190" dur="1" fill="hold">
                                          <p:stCondLst>
                                            <p:cond delay="0"/>
                                          </p:stCondLst>
                                        </p:cTn>
                                        <p:tgtEl>
                                          <p:spTgt spid="487"/>
                                        </p:tgtEl>
                                        <p:attrNameLst>
                                          <p:attrName>style.visibility</p:attrName>
                                        </p:attrNameLst>
                                      </p:cBhvr>
                                      <p:to>
                                        <p:strVal val="visible"/>
                                      </p:to>
                                    </p:set>
                                    <p:animEffect filter="fade" transition="in">
                                      <p:cBhvr additive="repl">
                                        <p:cTn id="191" dur="1000"/>
                                        <p:tgtEl>
                                          <p:spTgt spid="487"/>
                                        </p:tgtEl>
                                      </p:cBhvr>
                                    </p:animEffect>
                                    <p:anim calcmode="lin" valueType="num">
                                      <p:cBhvr additive="repl">
                                        <p:cTn id="192" dur="1000" fill="hold"/>
                                        <p:tgtEl>
                                          <p:spTgt spid="487"/>
                                        </p:tgtEl>
                                        <p:attrNameLst>
                                          <p:attrName>ppt_x</p:attrName>
                                        </p:attrNameLst>
                                      </p:cBhvr>
                                      <p:tavLst>
                                        <p:tav tm="0">
                                          <p:val>
                                            <p:strVal val="#ppt_x"/>
                                          </p:val>
                                        </p:tav>
                                        <p:tav tm="100000">
                                          <p:val>
                                            <p:strVal val="#ppt_x"/>
                                          </p:val>
                                        </p:tav>
                                      </p:tavLst>
                                    </p:anim>
                                    <p:anim calcmode="lin" valueType="num">
                                      <p:cBhvr additive="repl">
                                        <p:cTn id="193" dur="1000" fill="hold"/>
                                        <p:tgtEl>
                                          <p:spTgt spid="48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89" name="Picture 4" descr=""/>
          <p:cNvPicPr/>
          <p:nvPr/>
        </p:nvPicPr>
        <p:blipFill>
          <a:blip r:embed="rId1"/>
          <a:srcRect l="0" t="96179" r="0" b="0"/>
          <a:stretch/>
        </p:blipFill>
        <p:spPr>
          <a:xfrm>
            <a:off x="676080" y="6472080"/>
            <a:ext cx="2142720" cy="192600"/>
          </a:xfrm>
          <a:prstGeom prst="rect">
            <a:avLst/>
          </a:prstGeom>
          <a:ln w="0">
            <a:noFill/>
          </a:ln>
        </p:spPr>
      </p:pic>
      <p:sp>
        <p:nvSpPr>
          <p:cNvPr id="490"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491" name="Text Placeholder 3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492" name="Text Placeholder 30"/>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493" name="PlaceHolder 2"/>
          <p:cNvSpPr>
            <a:spLocks noGrp="1"/>
          </p:cNvSpPr>
          <p:nvPr>
            <p:ph/>
          </p:nvPr>
        </p:nvSpPr>
        <p:spPr>
          <a:xfrm>
            <a:off x="720000" y="1260000"/>
            <a:ext cx="7200000" cy="108000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Graph Summary</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Most Efficient Crops: Sugarcane is the most resource-efficient crop per tonne produced, requiring the lowest water (&lt;500 m³) and fertilizer (~10 kg) per unit of yield.</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High Water Intensity: Rice and Cotton are the most water-intensive crops, with Rice consuming over 7,000 m³ of water per tonne.</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High Fertilizer Intensity: Pulses require the highest fertilizer input per tonne (~270 kg/ton), followed by Groundnut, Cotton, and Chilli (around 190–200 kg/ton).</a:t>
            </a:r>
            <a:endParaRPr b="0" lang="en-US" sz="2000" spc="-1" strike="noStrike">
              <a:solidFill>
                <a:schemeClr val="dk1">
                  <a:lumMod val="75000"/>
                  <a:lumOff val="25000"/>
                </a:schemeClr>
              </a:solidFill>
              <a:latin typeface="Trebuchet MS"/>
            </a:endParaRPr>
          </a:p>
        </p:txBody>
      </p:sp>
    </p:spTree>
  </p:cSld>
  <mc:AlternateContent>
    <mc:Choice Requires="p14">
      <p:transition spd="slow" p14:dur="2000"/>
    </mc:Choice>
    <mc:Fallback>
      <p:transition spd="slow"/>
    </mc:Fallback>
  </mc:AlternateContent>
  <p:timing>
    <p:tnLst>
      <p:par>
        <p:cTn id="194" dur="indefinite" restart="never" nodeType="tmRoot">
          <p:childTnLst>
            <p:seq>
              <p:cTn id="195" dur="indefinite" nodeType="mainSeq">
                <p:childTnLst>
                  <p:par>
                    <p:cTn id="196" fill="hold">
                      <p:stCondLst>
                        <p:cond delay="indefinite"/>
                      </p:stCondLst>
                      <p:childTnLst>
                        <p:par>
                          <p:cTn id="197" fill="hold">
                            <p:stCondLst>
                              <p:cond delay="0"/>
                            </p:stCondLst>
                            <p:childTnLst>
                              <p:par>
                                <p:cTn id="198" nodeType="clickEffect" fill="hold" presetClass="entr" presetID="53" presetSubtype="16">
                                  <p:stCondLst>
                                    <p:cond delay="0"/>
                                  </p:stCondLst>
                                  <p:childTnLst>
                                    <p:set>
                                      <p:cBhvr>
                                        <p:cTn id="199" dur="1" fill="hold">
                                          <p:stCondLst>
                                            <p:cond delay="0"/>
                                          </p:stCondLst>
                                        </p:cTn>
                                        <p:tgtEl>
                                          <p:spTgt spid="490"/>
                                        </p:tgtEl>
                                        <p:attrNameLst>
                                          <p:attrName>style.visibility</p:attrName>
                                        </p:attrNameLst>
                                      </p:cBhvr>
                                      <p:to>
                                        <p:strVal val="visible"/>
                                      </p:to>
                                    </p:set>
                                    <p:anim calcmode="lin" valueType="num">
                                      <p:cBhvr additive="repl">
                                        <p:cTn id="200" dur="500" fill="hold"/>
                                        <p:tgtEl>
                                          <p:spTgt spid="490"/>
                                        </p:tgtEl>
                                        <p:attrNameLst>
                                          <p:attrName>ppt_w</p:attrName>
                                        </p:attrNameLst>
                                      </p:cBhvr>
                                      <p:tavLst>
                                        <p:tav tm="0">
                                          <p:val>
                                            <p:fltVal val="0"/>
                                          </p:val>
                                        </p:tav>
                                        <p:tav tm="100000">
                                          <p:val>
                                            <p:strVal val="#ppt_w"/>
                                          </p:val>
                                        </p:tav>
                                      </p:tavLst>
                                    </p:anim>
                                    <p:anim calcmode="lin" valueType="num">
                                      <p:cBhvr additive="repl">
                                        <p:cTn id="201" dur="500" fill="hold"/>
                                        <p:tgtEl>
                                          <p:spTgt spid="490"/>
                                        </p:tgtEl>
                                        <p:attrNameLst>
                                          <p:attrName>ppt_h</p:attrName>
                                        </p:attrNameLst>
                                      </p:cBhvr>
                                      <p:tavLst>
                                        <p:tav tm="0">
                                          <p:val>
                                            <p:fltVal val="0"/>
                                          </p:val>
                                        </p:tav>
                                        <p:tav tm="100000">
                                          <p:val>
                                            <p:strVal val="#ppt_h"/>
                                          </p:val>
                                        </p:tav>
                                      </p:tavLst>
                                    </p:anim>
                                    <p:animEffect filter="fade" transition="in">
                                      <p:cBhvr additive="repl">
                                        <p:cTn id="202" dur="500"/>
                                        <p:tgtEl>
                                          <p:spTgt spid="490"/>
                                        </p:tgtEl>
                                      </p:cBhvr>
                                    </p:animEffect>
                                  </p:childTnLst>
                                </p:cTn>
                              </p:par>
                            </p:childTnLst>
                          </p:cTn>
                        </p:par>
                      </p:childTnLst>
                    </p:cTn>
                  </p:par>
                  <p:par>
                    <p:cTn id="203" fill="hold">
                      <p:stCondLst>
                        <p:cond delay="indefinite"/>
                      </p:stCondLst>
                      <p:childTnLst>
                        <p:par>
                          <p:cTn id="204" fill="hold">
                            <p:stCondLst>
                              <p:cond delay="0"/>
                            </p:stCondLst>
                            <p:childTnLst>
                              <p:par>
                                <p:cTn id="205" nodeType="clickEffect" fill="hold" presetClass="entr" presetID="42">
                                  <p:stCondLst>
                                    <p:cond delay="0"/>
                                  </p:stCondLst>
                                  <p:endCondLst>
                                    <p:cond delay="0" evt="begin">
                                      <p:tn val="205"/>
                                    </p:cond>
                                  </p:endCondLst>
                                  <p:childTnLst>
                                    <p:set>
                                      <p:cBhvr>
                                        <p:cTn id="206" dur="1" fill="hold">
                                          <p:stCondLst>
                                            <p:cond delay="0"/>
                                          </p:stCondLst>
                                        </p:cTn>
                                        <p:tgtEl>
                                          <p:spTgt spid="491"/>
                                        </p:tgtEl>
                                        <p:attrNameLst>
                                          <p:attrName>style.visibility</p:attrName>
                                        </p:attrNameLst>
                                      </p:cBhvr>
                                      <p:to>
                                        <p:strVal val="visible"/>
                                      </p:to>
                                    </p:set>
                                    <p:animEffect filter="fade" transition="in">
                                      <p:cBhvr additive="repl">
                                        <p:cTn id="207" dur="1000"/>
                                        <p:tgtEl>
                                          <p:spTgt spid="491"/>
                                        </p:tgtEl>
                                      </p:cBhvr>
                                    </p:animEffect>
                                    <p:anim calcmode="lin" valueType="num">
                                      <p:cBhvr additive="repl">
                                        <p:cTn id="208" dur="1000" fill="hold"/>
                                        <p:tgtEl>
                                          <p:spTgt spid="491"/>
                                        </p:tgtEl>
                                        <p:attrNameLst>
                                          <p:attrName>ppt_x</p:attrName>
                                        </p:attrNameLst>
                                      </p:cBhvr>
                                      <p:tavLst>
                                        <p:tav tm="0">
                                          <p:val>
                                            <p:strVal val="#ppt_x"/>
                                          </p:val>
                                        </p:tav>
                                        <p:tav tm="100000">
                                          <p:val>
                                            <p:strVal val="#ppt_x"/>
                                          </p:val>
                                        </p:tav>
                                      </p:tavLst>
                                    </p:anim>
                                    <p:anim calcmode="lin" valueType="num">
                                      <p:cBhvr additive="repl">
                                        <p:cTn id="209" dur="1000" fill="hold"/>
                                        <p:tgtEl>
                                          <p:spTgt spid="491"/>
                                        </p:tgtEl>
                                        <p:attrNameLst>
                                          <p:attrName>ppt_y</p:attrName>
                                        </p:attrNameLst>
                                      </p:cBhvr>
                                      <p:tavLst>
                                        <p:tav tm="0">
                                          <p:val>
                                            <p:strVal val="#ppt_y+.1"/>
                                          </p:val>
                                        </p:tav>
                                        <p:tav tm="100000">
                                          <p:val>
                                            <p:strVal val="#ppt_y"/>
                                          </p:val>
                                        </p:tav>
                                      </p:tavLst>
                                    </p:anim>
                                  </p:childTnLst>
                                </p:cTn>
                              </p:par>
                            </p:childTnLst>
                          </p:cTn>
                        </p:par>
                      </p:childTnLst>
                    </p:cTn>
                  </p:par>
                  <p:par>
                    <p:cTn id="210" fill="hold">
                      <p:stCondLst>
                        <p:cond delay="indefinite"/>
                      </p:stCondLst>
                      <p:childTnLst>
                        <p:par>
                          <p:cTn id="211" fill="hold">
                            <p:stCondLst>
                              <p:cond delay="0"/>
                            </p:stCondLst>
                            <p:childTnLst>
                              <p:par>
                                <p:cTn id="212" nodeType="clickEffect" fill="hold" presetClass="entr" presetID="42">
                                  <p:stCondLst>
                                    <p:cond delay="0"/>
                                  </p:stCondLst>
                                  <p:endCondLst>
                                    <p:cond delay="0" evt="begin">
                                      <p:tn val="212"/>
                                    </p:cond>
                                  </p:endCondLst>
                                  <p:childTnLst>
                                    <p:set>
                                      <p:cBhvr>
                                        <p:cTn id="213" dur="1" fill="hold">
                                          <p:stCondLst>
                                            <p:cond delay="0"/>
                                          </p:stCondLst>
                                        </p:cTn>
                                        <p:tgtEl>
                                          <p:spTgt spid="492"/>
                                        </p:tgtEl>
                                        <p:attrNameLst>
                                          <p:attrName>style.visibility</p:attrName>
                                        </p:attrNameLst>
                                      </p:cBhvr>
                                      <p:to>
                                        <p:strVal val="visible"/>
                                      </p:to>
                                    </p:set>
                                    <p:animEffect filter="fade" transition="in">
                                      <p:cBhvr additive="repl">
                                        <p:cTn id="214" dur="1000"/>
                                        <p:tgtEl>
                                          <p:spTgt spid="492"/>
                                        </p:tgtEl>
                                      </p:cBhvr>
                                    </p:animEffect>
                                    <p:anim calcmode="lin" valueType="num">
                                      <p:cBhvr additive="repl">
                                        <p:cTn id="215" dur="1000" fill="hold"/>
                                        <p:tgtEl>
                                          <p:spTgt spid="492"/>
                                        </p:tgtEl>
                                        <p:attrNameLst>
                                          <p:attrName>ppt_x</p:attrName>
                                        </p:attrNameLst>
                                      </p:cBhvr>
                                      <p:tavLst>
                                        <p:tav tm="0">
                                          <p:val>
                                            <p:strVal val="#ppt_x"/>
                                          </p:val>
                                        </p:tav>
                                        <p:tav tm="100000">
                                          <p:val>
                                            <p:strVal val="#ppt_x"/>
                                          </p:val>
                                        </p:tav>
                                      </p:tavLst>
                                    </p:anim>
                                    <p:anim calcmode="lin" valueType="num">
                                      <p:cBhvr additive="repl">
                                        <p:cTn id="216" dur="1000" fill="hold"/>
                                        <p:tgtEl>
                                          <p:spTgt spid="492"/>
                                        </p:tgtEl>
                                        <p:attrNameLst>
                                          <p:attrName>ppt_y</p:attrName>
                                        </p:attrNameLst>
                                      </p:cBhvr>
                                      <p:tavLst>
                                        <p:tav tm="0">
                                          <p:val>
                                            <p:strVal val="#ppt_y+.1"/>
                                          </p:val>
                                        </p:tav>
                                        <p:tav tm="100000">
                                          <p:val>
                                            <p:strVal val="#ppt_y"/>
                                          </p:val>
                                        </p:tav>
                                      </p:tavLst>
                                    </p:anim>
                                  </p:childTnLst>
                                </p:cTn>
                              </p:par>
                            </p:childTnLst>
                          </p:cTn>
                        </p:par>
                      </p:childTnLst>
                    </p:cTn>
                  </p:par>
                  <p:par>
                    <p:cTn id="217" fill="hold">
                      <p:stCondLst>
                        <p:cond delay="indefinite"/>
                      </p:stCondLst>
                      <p:childTnLst>
                        <p:par>
                          <p:cTn id="218" fill="hold">
                            <p:stCondLst>
                              <p:cond delay="0"/>
                            </p:stCondLst>
                            <p:childTnLst>
                              <p:par>
                                <p:cTn id="219" nodeType="clickEffect" fill="hold" presetClass="entr" presetID="42">
                                  <p:stCondLst>
                                    <p:cond delay="0"/>
                                  </p:stCondLst>
                                  <p:childTnLst>
                                    <p:set>
                                      <p:cBhvr>
                                        <p:cTn id="220" dur="1" fill="hold">
                                          <p:stCondLst>
                                            <p:cond delay="0"/>
                                          </p:stCondLst>
                                        </p:cTn>
                                        <p:tgtEl>
                                          <p:spTgt spid="493">
                                            <p:txEl>
                                              <p:pRg st="0" end="0"/>
                                            </p:txEl>
                                          </p:spTgt>
                                        </p:tgtEl>
                                        <p:attrNameLst>
                                          <p:attrName>style.visibility</p:attrName>
                                        </p:attrNameLst>
                                      </p:cBhvr>
                                      <p:to>
                                        <p:strVal val="visible"/>
                                      </p:to>
                                    </p:set>
                                    <p:animEffect filter="fade" transition="in">
                                      <p:cBhvr additive="repl">
                                        <p:cTn id="221" dur="1000"/>
                                        <p:tgtEl>
                                          <p:spTgt spid="493">
                                            <p:txEl>
                                              <p:pRg st="0" end="0"/>
                                            </p:txEl>
                                          </p:spTgt>
                                        </p:tgtEl>
                                      </p:cBhvr>
                                    </p:animEffect>
                                    <p:anim calcmode="lin" valueType="num">
                                      <p:cBhvr additive="repl">
                                        <p:cTn id="222" dur="1000" fill="hold"/>
                                        <p:tgtEl>
                                          <p:spTgt spid="493">
                                            <p:txEl>
                                              <p:pRg st="0" end="0"/>
                                            </p:txEl>
                                          </p:spTgt>
                                        </p:tgtEl>
                                        <p:attrNameLst>
                                          <p:attrName>ppt_x</p:attrName>
                                        </p:attrNameLst>
                                      </p:cBhvr>
                                      <p:tavLst>
                                        <p:tav tm="0">
                                          <p:val>
                                            <p:strVal val="#ppt_x"/>
                                          </p:val>
                                        </p:tav>
                                        <p:tav tm="100000">
                                          <p:val>
                                            <p:strVal val="#ppt_x"/>
                                          </p:val>
                                        </p:tav>
                                      </p:tavLst>
                                    </p:anim>
                                    <p:anim calcmode="lin" valueType="num">
                                      <p:cBhvr additive="repl">
                                        <p:cTn id="223" dur="1000" fill="hold"/>
                                        <p:tgtEl>
                                          <p:spTgt spid="49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94" name="Picture 4" descr=""/>
          <p:cNvPicPr/>
          <p:nvPr/>
        </p:nvPicPr>
        <p:blipFill>
          <a:blip r:embed="rId1"/>
          <a:srcRect l="0" t="96179" r="0" b="0"/>
          <a:stretch/>
        </p:blipFill>
        <p:spPr>
          <a:xfrm>
            <a:off x="676080" y="6472080"/>
            <a:ext cx="2142720" cy="192600"/>
          </a:xfrm>
          <a:prstGeom prst="rect">
            <a:avLst/>
          </a:prstGeom>
          <a:ln w="0">
            <a:noFill/>
          </a:ln>
        </p:spPr>
      </p:pic>
      <p:sp>
        <p:nvSpPr>
          <p:cNvPr id="495"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496" name="Text Placeholder 3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497" name="Text Placeholder 30"/>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498" name="PlaceHolder 2"/>
          <p:cNvSpPr>
            <a:spLocks noGrp="1"/>
          </p:cNvSpPr>
          <p:nvPr>
            <p:ph/>
          </p:nvPr>
        </p:nvSpPr>
        <p:spPr>
          <a:xfrm>
            <a:off x="627120" y="1440000"/>
            <a:ext cx="8012880" cy="72828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Code Summary</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Feature Engineering: Calculates normalized efficiency ratios per tonne by dividing total water (Water_Used_m3) and fertilizer (Fertilizer_kg_ha) by crop yield (Yield_Tonnes_Ha).</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Aggregation: Groups by Crop to calculate the mean water usage per ton, mean fertilizer usage per ton, and average overall inputs.</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Sorting &amp; Plotting: Sorts crops by ascending Avg_Water_per_Ton and generates a dual-axis chart—a light blue bar chart (left y-axis) for water usage and a dark green line plot (right y-axis) for fertilizer consumption.</a:t>
            </a:r>
            <a:endParaRPr b="0" lang="en-US" sz="2000" spc="-1" strike="noStrike">
              <a:solidFill>
                <a:schemeClr val="dk1">
                  <a:lumMod val="75000"/>
                  <a:lumOff val="25000"/>
                </a:schemeClr>
              </a:solidFill>
              <a:latin typeface="Trebuchet MS"/>
            </a:endParaRPr>
          </a:p>
        </p:txBody>
      </p:sp>
    </p:spTree>
  </p:cSld>
  <mc:AlternateContent>
    <mc:Choice Requires="p14">
      <p:transition spd="slow" p14:dur="2000"/>
    </mc:Choice>
    <mc:Fallback>
      <p:transition spd="slow"/>
    </mc:Fallback>
  </mc:AlternateContent>
  <p:timing>
    <p:tnLst>
      <p:par>
        <p:cTn id="224" dur="indefinite" restart="never" nodeType="tmRoot">
          <p:childTnLst>
            <p:seq>
              <p:cTn id="225" dur="indefinite" nodeType="mainSeq">
                <p:childTnLst>
                  <p:par>
                    <p:cTn id="226" fill="hold">
                      <p:stCondLst>
                        <p:cond delay="indefinite"/>
                      </p:stCondLst>
                      <p:childTnLst>
                        <p:par>
                          <p:cTn id="227" fill="hold">
                            <p:stCondLst>
                              <p:cond delay="0"/>
                            </p:stCondLst>
                            <p:childTnLst>
                              <p:par>
                                <p:cTn id="228" nodeType="clickEffect" fill="hold" presetClass="entr" presetID="53" presetSubtype="16">
                                  <p:stCondLst>
                                    <p:cond delay="0"/>
                                  </p:stCondLst>
                                  <p:childTnLst>
                                    <p:set>
                                      <p:cBhvr>
                                        <p:cTn id="229" dur="1" fill="hold">
                                          <p:stCondLst>
                                            <p:cond delay="0"/>
                                          </p:stCondLst>
                                        </p:cTn>
                                        <p:tgtEl>
                                          <p:spTgt spid="495"/>
                                        </p:tgtEl>
                                        <p:attrNameLst>
                                          <p:attrName>style.visibility</p:attrName>
                                        </p:attrNameLst>
                                      </p:cBhvr>
                                      <p:to>
                                        <p:strVal val="visible"/>
                                      </p:to>
                                    </p:set>
                                    <p:anim calcmode="lin" valueType="num">
                                      <p:cBhvr additive="repl">
                                        <p:cTn id="230" dur="500" fill="hold"/>
                                        <p:tgtEl>
                                          <p:spTgt spid="495"/>
                                        </p:tgtEl>
                                        <p:attrNameLst>
                                          <p:attrName>ppt_w</p:attrName>
                                        </p:attrNameLst>
                                      </p:cBhvr>
                                      <p:tavLst>
                                        <p:tav tm="0">
                                          <p:val>
                                            <p:fltVal val="0"/>
                                          </p:val>
                                        </p:tav>
                                        <p:tav tm="100000">
                                          <p:val>
                                            <p:strVal val="#ppt_w"/>
                                          </p:val>
                                        </p:tav>
                                      </p:tavLst>
                                    </p:anim>
                                    <p:anim calcmode="lin" valueType="num">
                                      <p:cBhvr additive="repl">
                                        <p:cTn id="231" dur="500" fill="hold"/>
                                        <p:tgtEl>
                                          <p:spTgt spid="495"/>
                                        </p:tgtEl>
                                        <p:attrNameLst>
                                          <p:attrName>ppt_h</p:attrName>
                                        </p:attrNameLst>
                                      </p:cBhvr>
                                      <p:tavLst>
                                        <p:tav tm="0">
                                          <p:val>
                                            <p:fltVal val="0"/>
                                          </p:val>
                                        </p:tav>
                                        <p:tav tm="100000">
                                          <p:val>
                                            <p:strVal val="#ppt_h"/>
                                          </p:val>
                                        </p:tav>
                                      </p:tavLst>
                                    </p:anim>
                                    <p:animEffect filter="fade" transition="in">
                                      <p:cBhvr additive="repl">
                                        <p:cTn id="232" dur="500"/>
                                        <p:tgtEl>
                                          <p:spTgt spid="495"/>
                                        </p:tgtEl>
                                      </p:cBhvr>
                                    </p:animEffect>
                                  </p:childTnLst>
                                </p:cTn>
                              </p:par>
                            </p:childTnLst>
                          </p:cTn>
                        </p:par>
                      </p:childTnLst>
                    </p:cTn>
                  </p:par>
                  <p:par>
                    <p:cTn id="233" fill="hold">
                      <p:stCondLst>
                        <p:cond delay="indefinite"/>
                      </p:stCondLst>
                      <p:childTnLst>
                        <p:par>
                          <p:cTn id="234" fill="hold">
                            <p:stCondLst>
                              <p:cond delay="0"/>
                            </p:stCondLst>
                            <p:childTnLst>
                              <p:par>
                                <p:cTn id="235" nodeType="clickEffect" fill="hold" presetClass="entr" presetID="42">
                                  <p:stCondLst>
                                    <p:cond delay="0"/>
                                  </p:stCondLst>
                                  <p:endCondLst>
                                    <p:cond delay="0" evt="begin">
                                      <p:tn val="235"/>
                                    </p:cond>
                                  </p:endCondLst>
                                  <p:childTnLst>
                                    <p:set>
                                      <p:cBhvr>
                                        <p:cTn id="236" dur="1" fill="hold">
                                          <p:stCondLst>
                                            <p:cond delay="0"/>
                                          </p:stCondLst>
                                        </p:cTn>
                                        <p:tgtEl>
                                          <p:spTgt spid="496"/>
                                        </p:tgtEl>
                                        <p:attrNameLst>
                                          <p:attrName>style.visibility</p:attrName>
                                        </p:attrNameLst>
                                      </p:cBhvr>
                                      <p:to>
                                        <p:strVal val="visible"/>
                                      </p:to>
                                    </p:set>
                                    <p:animEffect filter="fade" transition="in">
                                      <p:cBhvr additive="repl">
                                        <p:cTn id="237" dur="1000"/>
                                        <p:tgtEl>
                                          <p:spTgt spid="496"/>
                                        </p:tgtEl>
                                      </p:cBhvr>
                                    </p:animEffect>
                                    <p:anim calcmode="lin" valueType="num">
                                      <p:cBhvr additive="repl">
                                        <p:cTn id="238" dur="1000" fill="hold"/>
                                        <p:tgtEl>
                                          <p:spTgt spid="496"/>
                                        </p:tgtEl>
                                        <p:attrNameLst>
                                          <p:attrName>ppt_x</p:attrName>
                                        </p:attrNameLst>
                                      </p:cBhvr>
                                      <p:tavLst>
                                        <p:tav tm="0">
                                          <p:val>
                                            <p:strVal val="#ppt_x"/>
                                          </p:val>
                                        </p:tav>
                                        <p:tav tm="100000">
                                          <p:val>
                                            <p:strVal val="#ppt_x"/>
                                          </p:val>
                                        </p:tav>
                                      </p:tavLst>
                                    </p:anim>
                                    <p:anim calcmode="lin" valueType="num">
                                      <p:cBhvr additive="repl">
                                        <p:cTn id="239" dur="1000" fill="hold"/>
                                        <p:tgtEl>
                                          <p:spTgt spid="496"/>
                                        </p:tgtEl>
                                        <p:attrNameLst>
                                          <p:attrName>ppt_y</p:attrName>
                                        </p:attrNameLst>
                                      </p:cBhvr>
                                      <p:tavLst>
                                        <p:tav tm="0">
                                          <p:val>
                                            <p:strVal val="#ppt_y+.1"/>
                                          </p:val>
                                        </p:tav>
                                        <p:tav tm="100000">
                                          <p:val>
                                            <p:strVal val="#ppt_y"/>
                                          </p:val>
                                        </p:tav>
                                      </p:tavLst>
                                    </p:anim>
                                  </p:childTnLst>
                                </p:cTn>
                              </p:par>
                            </p:childTnLst>
                          </p:cTn>
                        </p:par>
                      </p:childTnLst>
                    </p:cTn>
                  </p:par>
                  <p:par>
                    <p:cTn id="240" fill="hold">
                      <p:stCondLst>
                        <p:cond delay="indefinite"/>
                      </p:stCondLst>
                      <p:childTnLst>
                        <p:par>
                          <p:cTn id="241" fill="hold">
                            <p:stCondLst>
                              <p:cond delay="0"/>
                            </p:stCondLst>
                            <p:childTnLst>
                              <p:par>
                                <p:cTn id="242" nodeType="clickEffect" fill="hold" presetClass="entr" presetID="42">
                                  <p:stCondLst>
                                    <p:cond delay="0"/>
                                  </p:stCondLst>
                                  <p:endCondLst>
                                    <p:cond delay="0" evt="begin">
                                      <p:tn val="242"/>
                                    </p:cond>
                                  </p:endCondLst>
                                  <p:childTnLst>
                                    <p:set>
                                      <p:cBhvr>
                                        <p:cTn id="243" dur="1" fill="hold">
                                          <p:stCondLst>
                                            <p:cond delay="0"/>
                                          </p:stCondLst>
                                        </p:cTn>
                                        <p:tgtEl>
                                          <p:spTgt spid="497"/>
                                        </p:tgtEl>
                                        <p:attrNameLst>
                                          <p:attrName>style.visibility</p:attrName>
                                        </p:attrNameLst>
                                      </p:cBhvr>
                                      <p:to>
                                        <p:strVal val="visible"/>
                                      </p:to>
                                    </p:set>
                                    <p:animEffect filter="fade" transition="in">
                                      <p:cBhvr additive="repl">
                                        <p:cTn id="244" dur="1000"/>
                                        <p:tgtEl>
                                          <p:spTgt spid="497"/>
                                        </p:tgtEl>
                                      </p:cBhvr>
                                    </p:animEffect>
                                    <p:anim calcmode="lin" valueType="num">
                                      <p:cBhvr additive="repl">
                                        <p:cTn id="245" dur="1000" fill="hold"/>
                                        <p:tgtEl>
                                          <p:spTgt spid="497"/>
                                        </p:tgtEl>
                                        <p:attrNameLst>
                                          <p:attrName>ppt_x</p:attrName>
                                        </p:attrNameLst>
                                      </p:cBhvr>
                                      <p:tavLst>
                                        <p:tav tm="0">
                                          <p:val>
                                            <p:strVal val="#ppt_x"/>
                                          </p:val>
                                        </p:tav>
                                        <p:tav tm="100000">
                                          <p:val>
                                            <p:strVal val="#ppt_x"/>
                                          </p:val>
                                        </p:tav>
                                      </p:tavLst>
                                    </p:anim>
                                    <p:anim calcmode="lin" valueType="num">
                                      <p:cBhvr additive="repl">
                                        <p:cTn id="246" dur="1000" fill="hold"/>
                                        <p:tgtEl>
                                          <p:spTgt spid="497"/>
                                        </p:tgtEl>
                                        <p:attrNameLst>
                                          <p:attrName>ppt_y</p:attrName>
                                        </p:attrNameLst>
                                      </p:cBhvr>
                                      <p:tavLst>
                                        <p:tav tm="0">
                                          <p:val>
                                            <p:strVal val="#ppt_y+.1"/>
                                          </p:val>
                                        </p:tav>
                                        <p:tav tm="100000">
                                          <p:val>
                                            <p:strVal val="#ppt_y"/>
                                          </p:val>
                                        </p:tav>
                                      </p:tavLst>
                                    </p:anim>
                                  </p:childTnLst>
                                </p:cTn>
                              </p:par>
                            </p:childTnLst>
                          </p:cTn>
                        </p:par>
                      </p:childTnLst>
                    </p:cTn>
                  </p:par>
                  <p:par>
                    <p:cTn id="247" fill="hold">
                      <p:stCondLst>
                        <p:cond delay="indefinite"/>
                      </p:stCondLst>
                      <p:childTnLst>
                        <p:par>
                          <p:cTn id="248" fill="hold">
                            <p:stCondLst>
                              <p:cond delay="0"/>
                            </p:stCondLst>
                            <p:childTnLst>
                              <p:par>
                                <p:cTn id="249" nodeType="clickEffect" fill="hold" presetClass="entr" presetID="42">
                                  <p:stCondLst>
                                    <p:cond delay="0"/>
                                  </p:stCondLst>
                                  <p:childTnLst>
                                    <p:set>
                                      <p:cBhvr>
                                        <p:cTn id="250" dur="1" fill="hold">
                                          <p:stCondLst>
                                            <p:cond delay="0"/>
                                          </p:stCondLst>
                                        </p:cTn>
                                        <p:tgtEl>
                                          <p:spTgt spid="498">
                                            <p:txEl>
                                              <p:pRg st="0" end="0"/>
                                            </p:txEl>
                                          </p:spTgt>
                                        </p:tgtEl>
                                        <p:attrNameLst>
                                          <p:attrName>style.visibility</p:attrName>
                                        </p:attrNameLst>
                                      </p:cBhvr>
                                      <p:to>
                                        <p:strVal val="visible"/>
                                      </p:to>
                                    </p:set>
                                    <p:animEffect filter="fade" transition="in">
                                      <p:cBhvr additive="repl">
                                        <p:cTn id="251" dur="1000"/>
                                        <p:tgtEl>
                                          <p:spTgt spid="498">
                                            <p:txEl>
                                              <p:pRg st="0" end="0"/>
                                            </p:txEl>
                                          </p:spTgt>
                                        </p:tgtEl>
                                      </p:cBhvr>
                                    </p:animEffect>
                                    <p:anim calcmode="lin" valueType="num">
                                      <p:cBhvr additive="repl">
                                        <p:cTn id="252" dur="1000" fill="hold"/>
                                        <p:tgtEl>
                                          <p:spTgt spid="498">
                                            <p:txEl>
                                              <p:pRg st="0" end="0"/>
                                            </p:txEl>
                                          </p:spTgt>
                                        </p:tgtEl>
                                        <p:attrNameLst>
                                          <p:attrName>ppt_x</p:attrName>
                                        </p:attrNameLst>
                                      </p:cBhvr>
                                      <p:tavLst>
                                        <p:tav tm="0">
                                          <p:val>
                                            <p:strVal val="#ppt_x"/>
                                          </p:val>
                                        </p:tav>
                                        <p:tav tm="100000">
                                          <p:val>
                                            <p:strVal val="#ppt_x"/>
                                          </p:val>
                                        </p:tav>
                                      </p:tavLst>
                                    </p:anim>
                                    <p:anim calcmode="lin" valueType="num">
                                      <p:cBhvr additive="repl">
                                        <p:cTn id="253" dur="1000" fill="hold"/>
                                        <p:tgtEl>
                                          <p:spTgt spid="498">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99" name="Picture 3" descr=""/>
          <p:cNvPicPr/>
          <p:nvPr/>
        </p:nvPicPr>
        <p:blipFill>
          <a:blip r:embed="rId1"/>
          <a:srcRect l="0" t="96179" r="0" b="0"/>
          <a:stretch/>
        </p:blipFill>
        <p:spPr>
          <a:xfrm>
            <a:off x="676080" y="6472080"/>
            <a:ext cx="2142720" cy="192600"/>
          </a:xfrm>
          <a:prstGeom prst="rect">
            <a:avLst/>
          </a:prstGeom>
          <a:ln w="0">
            <a:noFill/>
          </a:ln>
        </p:spPr>
      </p:pic>
      <p:sp>
        <p:nvSpPr>
          <p:cNvPr id="500"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501" name="Text Placeholder 4"/>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endParaRPr b="0" lang="en-GB" sz="2000" spc="-1" strike="noStrike">
              <a:solidFill>
                <a:schemeClr val="dk1"/>
              </a:solidFill>
              <a:latin typeface="Trebuchet MS"/>
            </a:endParaRPr>
          </a:p>
        </p:txBody>
      </p:sp>
      <p:sp>
        <p:nvSpPr>
          <p:cNvPr id="502" name="Text Placeholder 5"/>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endParaRPr b="0" lang="en-GB" sz="2000" spc="-1" strike="noStrike">
              <a:solidFill>
                <a:schemeClr val="dk1"/>
              </a:solidFill>
              <a:latin typeface="Trebuchet MS"/>
            </a:endParaRPr>
          </a:p>
        </p:txBody>
      </p:sp>
      <p:pic>
        <p:nvPicPr>
          <p:cNvPr id="503" name="" descr=""/>
          <p:cNvPicPr/>
          <p:nvPr/>
        </p:nvPicPr>
        <p:blipFill>
          <a:blip r:embed="rId2"/>
          <a:stretch/>
        </p:blipFill>
        <p:spPr>
          <a:xfrm>
            <a:off x="602280" y="1620000"/>
            <a:ext cx="7497720" cy="3687840"/>
          </a:xfrm>
          <a:prstGeom prst="rect">
            <a:avLst/>
          </a:prstGeom>
          <a:ln w="0">
            <a:noFill/>
          </a:ln>
        </p:spPr>
      </p:pic>
    </p:spTree>
  </p:cSld>
  <mc:AlternateContent>
    <mc:Choice Requires="p14">
      <p:transition spd="slow" p14:dur="2000"/>
    </mc:Choice>
    <mc:Fallback>
      <p:transition spd="slow"/>
    </mc:Fallback>
  </mc:AlternateContent>
  <p:timing>
    <p:tnLst>
      <p:par>
        <p:cTn id="254" dur="indefinite" restart="never" nodeType="tmRoot">
          <p:childTnLst>
            <p:seq>
              <p:cTn id="255" dur="indefinite" nodeType="mainSeq">
                <p:childTnLst>
                  <p:par>
                    <p:cTn id="256" fill="hold">
                      <p:stCondLst>
                        <p:cond delay="indefinite"/>
                      </p:stCondLst>
                      <p:childTnLst>
                        <p:par>
                          <p:cTn id="257" fill="hold">
                            <p:stCondLst>
                              <p:cond delay="0"/>
                            </p:stCondLst>
                            <p:childTnLst>
                              <p:par>
                                <p:cTn id="258" nodeType="clickEffect" fill="hold" presetClass="entr" presetID="53" presetSubtype="16">
                                  <p:stCondLst>
                                    <p:cond delay="0"/>
                                  </p:stCondLst>
                                  <p:childTnLst>
                                    <p:set>
                                      <p:cBhvr>
                                        <p:cTn id="259" dur="1" fill="hold">
                                          <p:stCondLst>
                                            <p:cond delay="0"/>
                                          </p:stCondLst>
                                        </p:cTn>
                                        <p:tgtEl>
                                          <p:spTgt spid="500"/>
                                        </p:tgtEl>
                                        <p:attrNameLst>
                                          <p:attrName>style.visibility</p:attrName>
                                        </p:attrNameLst>
                                      </p:cBhvr>
                                      <p:to>
                                        <p:strVal val="visible"/>
                                      </p:to>
                                    </p:set>
                                    <p:anim calcmode="lin" valueType="num">
                                      <p:cBhvr additive="repl">
                                        <p:cTn id="260" dur="500" fill="hold"/>
                                        <p:tgtEl>
                                          <p:spTgt spid="500"/>
                                        </p:tgtEl>
                                        <p:attrNameLst>
                                          <p:attrName>ppt_w</p:attrName>
                                        </p:attrNameLst>
                                      </p:cBhvr>
                                      <p:tavLst>
                                        <p:tav tm="0">
                                          <p:val>
                                            <p:fltVal val="0"/>
                                          </p:val>
                                        </p:tav>
                                        <p:tav tm="100000">
                                          <p:val>
                                            <p:strVal val="#ppt_w"/>
                                          </p:val>
                                        </p:tav>
                                      </p:tavLst>
                                    </p:anim>
                                    <p:anim calcmode="lin" valueType="num">
                                      <p:cBhvr additive="repl">
                                        <p:cTn id="261" dur="500" fill="hold"/>
                                        <p:tgtEl>
                                          <p:spTgt spid="500"/>
                                        </p:tgtEl>
                                        <p:attrNameLst>
                                          <p:attrName>ppt_h</p:attrName>
                                        </p:attrNameLst>
                                      </p:cBhvr>
                                      <p:tavLst>
                                        <p:tav tm="0">
                                          <p:val>
                                            <p:fltVal val="0"/>
                                          </p:val>
                                        </p:tav>
                                        <p:tav tm="100000">
                                          <p:val>
                                            <p:strVal val="#ppt_h"/>
                                          </p:val>
                                        </p:tav>
                                      </p:tavLst>
                                    </p:anim>
                                    <p:animEffect filter="fade" transition="in">
                                      <p:cBhvr additive="repl">
                                        <p:cTn id="262" dur="500"/>
                                        <p:tgtEl>
                                          <p:spTgt spid="500"/>
                                        </p:tgtEl>
                                      </p:cBhvr>
                                    </p:animEffect>
                                  </p:childTnLst>
                                </p:cTn>
                              </p:par>
                            </p:childTnLst>
                          </p:cTn>
                        </p:par>
                      </p:childTnLst>
                    </p:cTn>
                  </p:par>
                  <p:par>
                    <p:cTn id="263" fill="hold">
                      <p:stCondLst>
                        <p:cond delay="indefinite"/>
                      </p:stCondLst>
                      <p:childTnLst>
                        <p:par>
                          <p:cTn id="264" fill="hold">
                            <p:stCondLst>
                              <p:cond delay="0"/>
                            </p:stCondLst>
                            <p:childTnLst>
                              <p:par>
                                <p:cTn id="265" nodeType="clickEffect" fill="hold" presetClass="entr" presetID="42">
                                  <p:stCondLst>
                                    <p:cond delay="0"/>
                                  </p:stCondLst>
                                  <p:endCondLst>
                                    <p:cond delay="0" evt="begin">
                                      <p:tn val="265"/>
                                    </p:cond>
                                  </p:endCondLst>
                                  <p:childTnLst>
                                    <p:set>
                                      <p:cBhvr>
                                        <p:cTn id="266" dur="1" fill="hold">
                                          <p:stCondLst>
                                            <p:cond delay="0"/>
                                          </p:stCondLst>
                                        </p:cTn>
                                        <p:tgtEl>
                                          <p:spTgt spid="501"/>
                                        </p:tgtEl>
                                        <p:attrNameLst>
                                          <p:attrName>style.visibility</p:attrName>
                                        </p:attrNameLst>
                                      </p:cBhvr>
                                      <p:to>
                                        <p:strVal val="visible"/>
                                      </p:to>
                                    </p:set>
                                    <p:animEffect filter="fade" transition="in">
                                      <p:cBhvr additive="repl">
                                        <p:cTn id="267" dur="1000"/>
                                        <p:tgtEl>
                                          <p:spTgt spid="501"/>
                                        </p:tgtEl>
                                      </p:cBhvr>
                                    </p:animEffect>
                                    <p:anim calcmode="lin" valueType="num">
                                      <p:cBhvr additive="repl">
                                        <p:cTn id="268" dur="1000" fill="hold"/>
                                        <p:tgtEl>
                                          <p:spTgt spid="501"/>
                                        </p:tgtEl>
                                        <p:attrNameLst>
                                          <p:attrName>ppt_x</p:attrName>
                                        </p:attrNameLst>
                                      </p:cBhvr>
                                      <p:tavLst>
                                        <p:tav tm="0">
                                          <p:val>
                                            <p:strVal val="#ppt_x"/>
                                          </p:val>
                                        </p:tav>
                                        <p:tav tm="100000">
                                          <p:val>
                                            <p:strVal val="#ppt_x"/>
                                          </p:val>
                                        </p:tav>
                                      </p:tavLst>
                                    </p:anim>
                                    <p:anim calcmode="lin" valueType="num">
                                      <p:cBhvr additive="repl">
                                        <p:cTn id="269" dur="1000" fill="hold"/>
                                        <p:tgtEl>
                                          <p:spTgt spid="501"/>
                                        </p:tgtEl>
                                        <p:attrNameLst>
                                          <p:attrName>ppt_y</p:attrName>
                                        </p:attrNameLst>
                                      </p:cBhvr>
                                      <p:tavLst>
                                        <p:tav tm="0">
                                          <p:val>
                                            <p:strVal val="#ppt_y+.1"/>
                                          </p:val>
                                        </p:tav>
                                        <p:tav tm="100000">
                                          <p:val>
                                            <p:strVal val="#ppt_y"/>
                                          </p:val>
                                        </p:tav>
                                      </p:tavLst>
                                    </p:anim>
                                  </p:childTnLst>
                                </p:cTn>
                              </p:par>
                            </p:childTnLst>
                          </p:cTn>
                        </p:par>
                      </p:childTnLst>
                    </p:cTn>
                  </p:par>
                  <p:par>
                    <p:cTn id="270" fill="hold">
                      <p:stCondLst>
                        <p:cond delay="indefinite"/>
                      </p:stCondLst>
                      <p:childTnLst>
                        <p:par>
                          <p:cTn id="271" fill="hold">
                            <p:stCondLst>
                              <p:cond delay="0"/>
                            </p:stCondLst>
                            <p:childTnLst>
                              <p:par>
                                <p:cTn id="272" nodeType="clickEffect" fill="hold" presetClass="entr" presetID="42">
                                  <p:stCondLst>
                                    <p:cond delay="0"/>
                                  </p:stCondLst>
                                  <p:endCondLst>
                                    <p:cond delay="0" evt="begin">
                                      <p:tn val="272"/>
                                    </p:cond>
                                  </p:endCondLst>
                                  <p:childTnLst>
                                    <p:set>
                                      <p:cBhvr>
                                        <p:cTn id="273" dur="1" fill="hold">
                                          <p:stCondLst>
                                            <p:cond delay="0"/>
                                          </p:stCondLst>
                                        </p:cTn>
                                        <p:tgtEl>
                                          <p:spTgt spid="502"/>
                                        </p:tgtEl>
                                        <p:attrNameLst>
                                          <p:attrName>style.visibility</p:attrName>
                                        </p:attrNameLst>
                                      </p:cBhvr>
                                      <p:to>
                                        <p:strVal val="visible"/>
                                      </p:to>
                                    </p:set>
                                    <p:animEffect filter="fade" transition="in">
                                      <p:cBhvr additive="repl">
                                        <p:cTn id="274" dur="1000"/>
                                        <p:tgtEl>
                                          <p:spTgt spid="502"/>
                                        </p:tgtEl>
                                      </p:cBhvr>
                                    </p:animEffect>
                                    <p:anim calcmode="lin" valueType="num">
                                      <p:cBhvr additive="repl">
                                        <p:cTn id="275" dur="1000" fill="hold"/>
                                        <p:tgtEl>
                                          <p:spTgt spid="502"/>
                                        </p:tgtEl>
                                        <p:attrNameLst>
                                          <p:attrName>ppt_x</p:attrName>
                                        </p:attrNameLst>
                                      </p:cBhvr>
                                      <p:tavLst>
                                        <p:tav tm="0">
                                          <p:val>
                                            <p:strVal val="#ppt_x"/>
                                          </p:val>
                                        </p:tav>
                                        <p:tav tm="100000">
                                          <p:val>
                                            <p:strVal val="#ppt_x"/>
                                          </p:val>
                                        </p:tav>
                                      </p:tavLst>
                                    </p:anim>
                                    <p:anim calcmode="lin" valueType="num">
                                      <p:cBhvr additive="repl">
                                        <p:cTn id="276" dur="1000" fill="hold"/>
                                        <p:tgtEl>
                                          <p:spTgt spid="50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4" name="Picture 6" descr=""/>
          <p:cNvPicPr/>
          <p:nvPr/>
        </p:nvPicPr>
        <p:blipFill>
          <a:blip r:embed="rId1"/>
          <a:srcRect l="0" t="96179" r="0" b="0"/>
          <a:stretch/>
        </p:blipFill>
        <p:spPr>
          <a:xfrm>
            <a:off x="676080" y="6472080"/>
            <a:ext cx="2142720" cy="192600"/>
          </a:xfrm>
          <a:prstGeom prst="rect">
            <a:avLst/>
          </a:prstGeom>
          <a:ln w="0">
            <a:noFill/>
          </a:ln>
        </p:spPr>
      </p:pic>
      <p:sp>
        <p:nvSpPr>
          <p:cNvPr id="505"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506" name="Text Placeholder 7"/>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endParaRPr b="0" lang="en-GB" sz="2000" spc="-1" strike="noStrike">
              <a:solidFill>
                <a:schemeClr val="dk1"/>
              </a:solidFill>
              <a:latin typeface="Trebuchet MS"/>
            </a:endParaRPr>
          </a:p>
        </p:txBody>
      </p:sp>
      <p:sp>
        <p:nvSpPr>
          <p:cNvPr id="507" name="Text Placeholder 8"/>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endParaRPr b="0" lang="en-GB" sz="2000" spc="-1" strike="noStrike">
              <a:solidFill>
                <a:schemeClr val="dk1"/>
              </a:solidFill>
              <a:latin typeface="Trebuchet MS"/>
            </a:endParaRPr>
          </a:p>
        </p:txBody>
      </p:sp>
      <p:sp>
        <p:nvSpPr>
          <p:cNvPr id="508" name="PlaceHolder 2"/>
          <p:cNvSpPr>
            <a:spLocks noGrp="1"/>
          </p:cNvSpPr>
          <p:nvPr>
            <p:ph/>
          </p:nvPr>
        </p:nvSpPr>
        <p:spPr>
          <a:xfrm>
            <a:off x="627120" y="1440000"/>
            <a:ext cx="8012880" cy="72828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Graph Summary</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Highest Volatility: Chilli exhibits the highest yield volatility, exceeding a 50% Coefficient of Variation (CV).</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Moderate to High Risk Cluster: Rice, Pulses, Groundnut, and Maize display relatively high yield unpredictability, tightly clustered between 45% and 47% CV.</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Lowest Relative Volatility: Sugarcane, Wheat, and Cotton showcase the lowest relative yield volatility in the dataset, ranging from ~43% to 45% CV.</a:t>
            </a:r>
            <a:endParaRPr b="0" lang="en-US" sz="2000" spc="-1" strike="noStrike">
              <a:solidFill>
                <a:schemeClr val="dk1">
                  <a:lumMod val="75000"/>
                  <a:lumOff val="25000"/>
                </a:schemeClr>
              </a:solidFill>
              <a:latin typeface="Trebuchet MS"/>
            </a:endParaRPr>
          </a:p>
        </p:txBody>
      </p:sp>
    </p:spTree>
  </p:cSld>
  <mc:AlternateContent>
    <mc:Choice Requires="p14">
      <p:transition spd="slow" p14:dur="2000"/>
    </mc:Choice>
    <mc:Fallback>
      <p:transition spd="slow"/>
    </mc:Fallback>
  </mc:AlternateContent>
  <p:timing>
    <p:tnLst>
      <p:par>
        <p:cTn id="277" dur="indefinite" restart="never" nodeType="tmRoot">
          <p:childTnLst>
            <p:seq>
              <p:cTn id="278" dur="indefinite" nodeType="mainSeq">
                <p:childTnLst>
                  <p:par>
                    <p:cTn id="279" fill="hold">
                      <p:stCondLst>
                        <p:cond delay="indefinite"/>
                      </p:stCondLst>
                      <p:childTnLst>
                        <p:par>
                          <p:cTn id="280" fill="hold">
                            <p:stCondLst>
                              <p:cond delay="0"/>
                            </p:stCondLst>
                            <p:childTnLst>
                              <p:par>
                                <p:cTn id="281" nodeType="clickEffect" fill="hold" presetClass="entr" presetID="53" presetSubtype="16">
                                  <p:stCondLst>
                                    <p:cond delay="0"/>
                                  </p:stCondLst>
                                  <p:childTnLst>
                                    <p:set>
                                      <p:cBhvr>
                                        <p:cTn id="282" dur="1" fill="hold">
                                          <p:stCondLst>
                                            <p:cond delay="0"/>
                                          </p:stCondLst>
                                        </p:cTn>
                                        <p:tgtEl>
                                          <p:spTgt spid="505"/>
                                        </p:tgtEl>
                                        <p:attrNameLst>
                                          <p:attrName>style.visibility</p:attrName>
                                        </p:attrNameLst>
                                      </p:cBhvr>
                                      <p:to>
                                        <p:strVal val="visible"/>
                                      </p:to>
                                    </p:set>
                                    <p:anim calcmode="lin" valueType="num">
                                      <p:cBhvr additive="repl">
                                        <p:cTn id="283" dur="500" fill="hold"/>
                                        <p:tgtEl>
                                          <p:spTgt spid="505"/>
                                        </p:tgtEl>
                                        <p:attrNameLst>
                                          <p:attrName>ppt_w</p:attrName>
                                        </p:attrNameLst>
                                      </p:cBhvr>
                                      <p:tavLst>
                                        <p:tav tm="0">
                                          <p:val>
                                            <p:fltVal val="0"/>
                                          </p:val>
                                        </p:tav>
                                        <p:tav tm="100000">
                                          <p:val>
                                            <p:strVal val="#ppt_w"/>
                                          </p:val>
                                        </p:tav>
                                      </p:tavLst>
                                    </p:anim>
                                    <p:anim calcmode="lin" valueType="num">
                                      <p:cBhvr additive="repl">
                                        <p:cTn id="284" dur="500" fill="hold"/>
                                        <p:tgtEl>
                                          <p:spTgt spid="505"/>
                                        </p:tgtEl>
                                        <p:attrNameLst>
                                          <p:attrName>ppt_h</p:attrName>
                                        </p:attrNameLst>
                                      </p:cBhvr>
                                      <p:tavLst>
                                        <p:tav tm="0">
                                          <p:val>
                                            <p:fltVal val="0"/>
                                          </p:val>
                                        </p:tav>
                                        <p:tav tm="100000">
                                          <p:val>
                                            <p:strVal val="#ppt_h"/>
                                          </p:val>
                                        </p:tav>
                                      </p:tavLst>
                                    </p:anim>
                                    <p:animEffect filter="fade" transition="in">
                                      <p:cBhvr additive="repl">
                                        <p:cTn id="285" dur="500"/>
                                        <p:tgtEl>
                                          <p:spTgt spid="505"/>
                                        </p:tgtEl>
                                      </p:cBhvr>
                                    </p:animEffect>
                                  </p:childTnLst>
                                </p:cTn>
                              </p:par>
                            </p:childTnLst>
                          </p:cTn>
                        </p:par>
                      </p:childTnLst>
                    </p:cTn>
                  </p:par>
                  <p:par>
                    <p:cTn id="286" fill="hold">
                      <p:stCondLst>
                        <p:cond delay="indefinite"/>
                      </p:stCondLst>
                      <p:childTnLst>
                        <p:par>
                          <p:cTn id="287" fill="hold">
                            <p:stCondLst>
                              <p:cond delay="0"/>
                            </p:stCondLst>
                            <p:childTnLst>
                              <p:par>
                                <p:cTn id="288" nodeType="clickEffect" fill="hold" presetClass="entr" presetID="42">
                                  <p:stCondLst>
                                    <p:cond delay="0"/>
                                  </p:stCondLst>
                                  <p:endCondLst>
                                    <p:cond delay="0" evt="begin">
                                      <p:tn val="288"/>
                                    </p:cond>
                                  </p:endCondLst>
                                  <p:childTnLst>
                                    <p:set>
                                      <p:cBhvr>
                                        <p:cTn id="289" dur="1" fill="hold">
                                          <p:stCondLst>
                                            <p:cond delay="0"/>
                                          </p:stCondLst>
                                        </p:cTn>
                                        <p:tgtEl>
                                          <p:spTgt spid="506"/>
                                        </p:tgtEl>
                                        <p:attrNameLst>
                                          <p:attrName>style.visibility</p:attrName>
                                        </p:attrNameLst>
                                      </p:cBhvr>
                                      <p:to>
                                        <p:strVal val="visible"/>
                                      </p:to>
                                    </p:set>
                                    <p:animEffect filter="fade" transition="in">
                                      <p:cBhvr additive="repl">
                                        <p:cTn id="290" dur="1000"/>
                                        <p:tgtEl>
                                          <p:spTgt spid="506"/>
                                        </p:tgtEl>
                                      </p:cBhvr>
                                    </p:animEffect>
                                    <p:anim calcmode="lin" valueType="num">
                                      <p:cBhvr additive="repl">
                                        <p:cTn id="291" dur="1000" fill="hold"/>
                                        <p:tgtEl>
                                          <p:spTgt spid="506"/>
                                        </p:tgtEl>
                                        <p:attrNameLst>
                                          <p:attrName>ppt_x</p:attrName>
                                        </p:attrNameLst>
                                      </p:cBhvr>
                                      <p:tavLst>
                                        <p:tav tm="0">
                                          <p:val>
                                            <p:strVal val="#ppt_x"/>
                                          </p:val>
                                        </p:tav>
                                        <p:tav tm="100000">
                                          <p:val>
                                            <p:strVal val="#ppt_x"/>
                                          </p:val>
                                        </p:tav>
                                      </p:tavLst>
                                    </p:anim>
                                    <p:anim calcmode="lin" valueType="num">
                                      <p:cBhvr additive="repl">
                                        <p:cTn id="292" dur="1000" fill="hold"/>
                                        <p:tgtEl>
                                          <p:spTgt spid="506"/>
                                        </p:tgtEl>
                                        <p:attrNameLst>
                                          <p:attrName>ppt_y</p:attrName>
                                        </p:attrNameLst>
                                      </p:cBhvr>
                                      <p:tavLst>
                                        <p:tav tm="0">
                                          <p:val>
                                            <p:strVal val="#ppt_y+.1"/>
                                          </p:val>
                                        </p:tav>
                                        <p:tav tm="100000">
                                          <p:val>
                                            <p:strVal val="#ppt_y"/>
                                          </p:val>
                                        </p:tav>
                                      </p:tavLst>
                                    </p:anim>
                                  </p:childTnLst>
                                </p:cTn>
                              </p:par>
                            </p:childTnLst>
                          </p:cTn>
                        </p:par>
                      </p:childTnLst>
                    </p:cTn>
                  </p:par>
                  <p:par>
                    <p:cTn id="293" fill="hold">
                      <p:stCondLst>
                        <p:cond delay="indefinite"/>
                      </p:stCondLst>
                      <p:childTnLst>
                        <p:par>
                          <p:cTn id="294" fill="hold">
                            <p:stCondLst>
                              <p:cond delay="0"/>
                            </p:stCondLst>
                            <p:childTnLst>
                              <p:par>
                                <p:cTn id="295" nodeType="clickEffect" fill="hold" presetClass="entr" presetID="42">
                                  <p:stCondLst>
                                    <p:cond delay="0"/>
                                  </p:stCondLst>
                                  <p:endCondLst>
                                    <p:cond delay="0" evt="begin">
                                      <p:tn val="295"/>
                                    </p:cond>
                                  </p:endCondLst>
                                  <p:childTnLst>
                                    <p:set>
                                      <p:cBhvr>
                                        <p:cTn id="296" dur="1" fill="hold">
                                          <p:stCondLst>
                                            <p:cond delay="0"/>
                                          </p:stCondLst>
                                        </p:cTn>
                                        <p:tgtEl>
                                          <p:spTgt spid="507"/>
                                        </p:tgtEl>
                                        <p:attrNameLst>
                                          <p:attrName>style.visibility</p:attrName>
                                        </p:attrNameLst>
                                      </p:cBhvr>
                                      <p:to>
                                        <p:strVal val="visible"/>
                                      </p:to>
                                    </p:set>
                                    <p:animEffect filter="fade" transition="in">
                                      <p:cBhvr additive="repl">
                                        <p:cTn id="297" dur="1000"/>
                                        <p:tgtEl>
                                          <p:spTgt spid="507"/>
                                        </p:tgtEl>
                                      </p:cBhvr>
                                    </p:animEffect>
                                    <p:anim calcmode="lin" valueType="num">
                                      <p:cBhvr additive="repl">
                                        <p:cTn id="298" dur="1000" fill="hold"/>
                                        <p:tgtEl>
                                          <p:spTgt spid="507"/>
                                        </p:tgtEl>
                                        <p:attrNameLst>
                                          <p:attrName>ppt_x</p:attrName>
                                        </p:attrNameLst>
                                      </p:cBhvr>
                                      <p:tavLst>
                                        <p:tav tm="0">
                                          <p:val>
                                            <p:strVal val="#ppt_x"/>
                                          </p:val>
                                        </p:tav>
                                        <p:tav tm="100000">
                                          <p:val>
                                            <p:strVal val="#ppt_x"/>
                                          </p:val>
                                        </p:tav>
                                      </p:tavLst>
                                    </p:anim>
                                    <p:anim calcmode="lin" valueType="num">
                                      <p:cBhvr additive="repl">
                                        <p:cTn id="299" dur="1000" fill="hold"/>
                                        <p:tgtEl>
                                          <p:spTgt spid="50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9" name="Picture 7" descr=""/>
          <p:cNvPicPr/>
          <p:nvPr/>
        </p:nvPicPr>
        <p:blipFill>
          <a:blip r:embed="rId1"/>
          <a:srcRect l="0" t="96179" r="0" b="0"/>
          <a:stretch/>
        </p:blipFill>
        <p:spPr>
          <a:xfrm>
            <a:off x="676080" y="6472080"/>
            <a:ext cx="2142720" cy="192600"/>
          </a:xfrm>
          <a:prstGeom prst="rect">
            <a:avLst/>
          </a:prstGeom>
          <a:ln w="0">
            <a:noFill/>
          </a:ln>
        </p:spPr>
      </p:pic>
      <p:sp>
        <p:nvSpPr>
          <p:cNvPr id="510" name="PlaceHolder 1"/>
          <p:cNvSpPr>
            <a:spLocks noGrp="1"/>
          </p:cNvSpPr>
          <p:nvPr>
            <p:ph type="title"/>
          </p:nvPr>
        </p:nvSpPr>
        <p:spPr>
          <a:xfrm>
            <a:off x="676080" y="370440"/>
            <a:ext cx="2981160" cy="830520"/>
          </a:xfrm>
          <a:prstGeom prst="rect">
            <a:avLst/>
          </a:prstGeom>
          <a:noFill/>
          <a:ln w="0">
            <a:noFill/>
          </a:ln>
        </p:spPr>
        <p:txBody>
          <a:bodyPr lIns="91440" rIns="91440" tIns="45720" bIns="45720" anchor="t">
            <a:normAutofit/>
          </a:bodyPr>
          <a:p>
            <a:pPr indent="0" defTabSz="457200">
              <a:lnSpc>
                <a:spcPct val="100000"/>
              </a:lnSpc>
              <a:buNone/>
            </a:pPr>
            <a:r>
              <a:rPr b="1" lang="en-GB" sz="4800" spc="-1" strike="noStrike">
                <a:solidFill>
                  <a:schemeClr val="dk1"/>
                </a:solidFill>
                <a:latin typeface="Trebuchet MS"/>
              </a:rPr>
              <a:t>RESULTS </a:t>
            </a:r>
            <a:endParaRPr b="0" lang="en-US" sz="4800" spc="-1" strike="noStrike">
              <a:solidFill>
                <a:schemeClr val="dk1"/>
              </a:solidFill>
              <a:latin typeface="Trebuchet MS"/>
            </a:endParaRPr>
          </a:p>
        </p:txBody>
      </p:sp>
      <p:sp>
        <p:nvSpPr>
          <p:cNvPr id="511" name="Text Placeholder 1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endParaRPr b="0" lang="en-GB" sz="2000" spc="-1" strike="noStrike">
              <a:solidFill>
                <a:schemeClr val="dk1"/>
              </a:solidFill>
              <a:latin typeface="Trebuchet MS"/>
            </a:endParaRPr>
          </a:p>
        </p:txBody>
      </p:sp>
      <p:sp>
        <p:nvSpPr>
          <p:cNvPr id="512" name="Text Placeholder 12"/>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endParaRPr b="0" lang="en-GB" sz="2000" spc="-1" strike="noStrike">
              <a:solidFill>
                <a:schemeClr val="dk1"/>
              </a:solidFill>
              <a:latin typeface="Trebuchet MS"/>
            </a:endParaRPr>
          </a:p>
        </p:txBody>
      </p:sp>
      <p:sp>
        <p:nvSpPr>
          <p:cNvPr id="513" name="PlaceHolder 2"/>
          <p:cNvSpPr>
            <a:spLocks noGrp="1"/>
          </p:cNvSpPr>
          <p:nvPr>
            <p:ph/>
          </p:nvPr>
        </p:nvSpPr>
        <p:spPr>
          <a:xfrm>
            <a:off x="627120" y="1440000"/>
            <a:ext cx="8012880" cy="72828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Code Summary</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Risk Metrics Calculation: Groups the dataset by Crop and calculates mean yield, standard deviation of yield, raw count of loss-making instances (Profit_INR &lt; 0), and the loss rate percentage (Loss_Rate_Pct).</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Feature Engineering: Computes the Coefficient of Variation (Yield_CV_% = (Std_Dev / Mean) * 100) to evaluate relative yield unpredictability independent of crop scale.</a:t>
            </a: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endParaRPr b="0" lang="en-US" sz="2000" spc="-1" strike="noStrike">
              <a:solidFill>
                <a:schemeClr val="dk1">
                  <a:lumMod val="75000"/>
                  <a:lumOff val="25000"/>
                </a:schemeClr>
              </a:solidFill>
              <a:latin typeface="Trebuchet MS"/>
            </a:endParaRPr>
          </a:p>
          <a:p>
            <a:pPr indent="0" defTabSz="457200">
              <a:lnSpc>
                <a:spcPct val="100000"/>
              </a:lnSpc>
              <a:spcBef>
                <a:spcPts val="1001"/>
              </a:spcBef>
              <a:buNone/>
              <a:tabLst>
                <a:tab algn="l" pos="0"/>
              </a:tabLst>
            </a:pPr>
            <a:r>
              <a:rPr b="0" lang="en-US" sz="2000" spc="-1" strike="noStrike">
                <a:solidFill>
                  <a:schemeClr val="dk1">
                    <a:lumMod val="75000"/>
                    <a:lumOff val="25000"/>
                  </a:schemeClr>
                </a:solidFill>
                <a:latin typeface="Trebuchet MS"/>
              </a:rPr>
              <a:t>Sorting &amp; Plotting: Drops standard deviation, rounds figures to two decimal places, sorts crops by descending Yield_CV_%, and generates a Seaborn bar chart with a reversed red color palette (Reds_r) to emphasize risk gradient.</a:t>
            </a:r>
            <a:endParaRPr b="0" lang="en-US" sz="2000" spc="-1" strike="noStrike">
              <a:solidFill>
                <a:schemeClr val="dk1">
                  <a:lumMod val="75000"/>
                  <a:lumOff val="25000"/>
                </a:schemeClr>
              </a:solidFill>
              <a:latin typeface="Trebuchet MS"/>
            </a:endParaRPr>
          </a:p>
        </p:txBody>
      </p:sp>
    </p:spTree>
  </p:cSld>
  <mc:AlternateContent>
    <mc:Choice Requires="p14">
      <p:transition spd="slow" p14:dur="2000"/>
    </mc:Choice>
    <mc:Fallback>
      <p:transition spd="slow"/>
    </mc:Fallback>
  </mc:AlternateContent>
  <p:timing>
    <p:tnLst>
      <p:par>
        <p:cTn id="300" dur="indefinite" restart="never" nodeType="tmRoot">
          <p:childTnLst>
            <p:seq>
              <p:cTn id="301" dur="indefinite" nodeType="mainSeq">
                <p:childTnLst>
                  <p:par>
                    <p:cTn id="302" fill="hold">
                      <p:stCondLst>
                        <p:cond delay="indefinite"/>
                      </p:stCondLst>
                      <p:childTnLst>
                        <p:par>
                          <p:cTn id="303" fill="hold">
                            <p:stCondLst>
                              <p:cond delay="0"/>
                            </p:stCondLst>
                            <p:childTnLst>
                              <p:par>
                                <p:cTn id="304" nodeType="clickEffect" fill="hold" presetClass="entr" presetID="53" presetSubtype="16">
                                  <p:stCondLst>
                                    <p:cond delay="0"/>
                                  </p:stCondLst>
                                  <p:childTnLst>
                                    <p:set>
                                      <p:cBhvr>
                                        <p:cTn id="305" dur="1" fill="hold">
                                          <p:stCondLst>
                                            <p:cond delay="0"/>
                                          </p:stCondLst>
                                        </p:cTn>
                                        <p:tgtEl>
                                          <p:spTgt spid="510"/>
                                        </p:tgtEl>
                                        <p:attrNameLst>
                                          <p:attrName>style.visibility</p:attrName>
                                        </p:attrNameLst>
                                      </p:cBhvr>
                                      <p:to>
                                        <p:strVal val="visible"/>
                                      </p:to>
                                    </p:set>
                                    <p:anim calcmode="lin" valueType="num">
                                      <p:cBhvr additive="repl">
                                        <p:cTn id="306" dur="500" fill="hold"/>
                                        <p:tgtEl>
                                          <p:spTgt spid="510"/>
                                        </p:tgtEl>
                                        <p:attrNameLst>
                                          <p:attrName>ppt_w</p:attrName>
                                        </p:attrNameLst>
                                      </p:cBhvr>
                                      <p:tavLst>
                                        <p:tav tm="0">
                                          <p:val>
                                            <p:fltVal val="0"/>
                                          </p:val>
                                        </p:tav>
                                        <p:tav tm="100000">
                                          <p:val>
                                            <p:strVal val="#ppt_w"/>
                                          </p:val>
                                        </p:tav>
                                      </p:tavLst>
                                    </p:anim>
                                    <p:anim calcmode="lin" valueType="num">
                                      <p:cBhvr additive="repl">
                                        <p:cTn id="307" dur="500" fill="hold"/>
                                        <p:tgtEl>
                                          <p:spTgt spid="510"/>
                                        </p:tgtEl>
                                        <p:attrNameLst>
                                          <p:attrName>ppt_h</p:attrName>
                                        </p:attrNameLst>
                                      </p:cBhvr>
                                      <p:tavLst>
                                        <p:tav tm="0">
                                          <p:val>
                                            <p:fltVal val="0"/>
                                          </p:val>
                                        </p:tav>
                                        <p:tav tm="100000">
                                          <p:val>
                                            <p:strVal val="#ppt_h"/>
                                          </p:val>
                                        </p:tav>
                                      </p:tavLst>
                                    </p:anim>
                                    <p:animEffect filter="fade" transition="in">
                                      <p:cBhvr additive="repl">
                                        <p:cTn id="308" dur="500"/>
                                        <p:tgtEl>
                                          <p:spTgt spid="510"/>
                                        </p:tgtEl>
                                      </p:cBhvr>
                                    </p:animEffect>
                                  </p:childTnLst>
                                </p:cTn>
                              </p:par>
                            </p:childTnLst>
                          </p:cTn>
                        </p:par>
                      </p:childTnLst>
                    </p:cTn>
                  </p:par>
                  <p:par>
                    <p:cTn id="309" fill="hold">
                      <p:stCondLst>
                        <p:cond delay="indefinite"/>
                      </p:stCondLst>
                      <p:childTnLst>
                        <p:par>
                          <p:cTn id="310" fill="hold">
                            <p:stCondLst>
                              <p:cond delay="0"/>
                            </p:stCondLst>
                            <p:childTnLst>
                              <p:par>
                                <p:cTn id="311" nodeType="clickEffect" fill="hold" presetClass="entr" presetID="42">
                                  <p:stCondLst>
                                    <p:cond delay="0"/>
                                  </p:stCondLst>
                                  <p:endCondLst>
                                    <p:cond delay="0" evt="begin">
                                      <p:tn val="311"/>
                                    </p:cond>
                                  </p:endCondLst>
                                  <p:childTnLst>
                                    <p:set>
                                      <p:cBhvr>
                                        <p:cTn id="312" dur="1" fill="hold">
                                          <p:stCondLst>
                                            <p:cond delay="0"/>
                                          </p:stCondLst>
                                        </p:cTn>
                                        <p:tgtEl>
                                          <p:spTgt spid="511"/>
                                        </p:tgtEl>
                                        <p:attrNameLst>
                                          <p:attrName>style.visibility</p:attrName>
                                        </p:attrNameLst>
                                      </p:cBhvr>
                                      <p:to>
                                        <p:strVal val="visible"/>
                                      </p:to>
                                    </p:set>
                                    <p:animEffect filter="fade" transition="in">
                                      <p:cBhvr additive="repl">
                                        <p:cTn id="313" dur="1000"/>
                                        <p:tgtEl>
                                          <p:spTgt spid="511"/>
                                        </p:tgtEl>
                                      </p:cBhvr>
                                    </p:animEffect>
                                    <p:anim calcmode="lin" valueType="num">
                                      <p:cBhvr additive="repl">
                                        <p:cTn id="314" dur="1000" fill="hold"/>
                                        <p:tgtEl>
                                          <p:spTgt spid="511"/>
                                        </p:tgtEl>
                                        <p:attrNameLst>
                                          <p:attrName>ppt_x</p:attrName>
                                        </p:attrNameLst>
                                      </p:cBhvr>
                                      <p:tavLst>
                                        <p:tav tm="0">
                                          <p:val>
                                            <p:strVal val="#ppt_x"/>
                                          </p:val>
                                        </p:tav>
                                        <p:tav tm="100000">
                                          <p:val>
                                            <p:strVal val="#ppt_x"/>
                                          </p:val>
                                        </p:tav>
                                      </p:tavLst>
                                    </p:anim>
                                    <p:anim calcmode="lin" valueType="num">
                                      <p:cBhvr additive="repl">
                                        <p:cTn id="315" dur="1000" fill="hold"/>
                                        <p:tgtEl>
                                          <p:spTgt spid="511"/>
                                        </p:tgtEl>
                                        <p:attrNameLst>
                                          <p:attrName>ppt_y</p:attrName>
                                        </p:attrNameLst>
                                      </p:cBhvr>
                                      <p:tavLst>
                                        <p:tav tm="0">
                                          <p:val>
                                            <p:strVal val="#ppt_y+.1"/>
                                          </p:val>
                                        </p:tav>
                                        <p:tav tm="100000">
                                          <p:val>
                                            <p:strVal val="#ppt_y"/>
                                          </p:val>
                                        </p:tav>
                                      </p:tavLst>
                                    </p:anim>
                                  </p:childTnLst>
                                </p:cTn>
                              </p:par>
                            </p:childTnLst>
                          </p:cTn>
                        </p:par>
                      </p:childTnLst>
                    </p:cTn>
                  </p:par>
                  <p:par>
                    <p:cTn id="316" fill="hold">
                      <p:stCondLst>
                        <p:cond delay="indefinite"/>
                      </p:stCondLst>
                      <p:childTnLst>
                        <p:par>
                          <p:cTn id="317" fill="hold">
                            <p:stCondLst>
                              <p:cond delay="0"/>
                            </p:stCondLst>
                            <p:childTnLst>
                              <p:par>
                                <p:cTn id="318" nodeType="clickEffect" fill="hold" presetClass="entr" presetID="42">
                                  <p:stCondLst>
                                    <p:cond delay="0"/>
                                  </p:stCondLst>
                                  <p:endCondLst>
                                    <p:cond delay="0" evt="begin">
                                      <p:tn val="318"/>
                                    </p:cond>
                                  </p:endCondLst>
                                  <p:childTnLst>
                                    <p:set>
                                      <p:cBhvr>
                                        <p:cTn id="319" dur="1" fill="hold">
                                          <p:stCondLst>
                                            <p:cond delay="0"/>
                                          </p:stCondLst>
                                        </p:cTn>
                                        <p:tgtEl>
                                          <p:spTgt spid="512"/>
                                        </p:tgtEl>
                                        <p:attrNameLst>
                                          <p:attrName>style.visibility</p:attrName>
                                        </p:attrNameLst>
                                      </p:cBhvr>
                                      <p:to>
                                        <p:strVal val="visible"/>
                                      </p:to>
                                    </p:set>
                                    <p:animEffect filter="fade" transition="in">
                                      <p:cBhvr additive="repl">
                                        <p:cTn id="320" dur="1000"/>
                                        <p:tgtEl>
                                          <p:spTgt spid="512"/>
                                        </p:tgtEl>
                                      </p:cBhvr>
                                    </p:animEffect>
                                    <p:anim calcmode="lin" valueType="num">
                                      <p:cBhvr additive="repl">
                                        <p:cTn id="321" dur="1000" fill="hold"/>
                                        <p:tgtEl>
                                          <p:spTgt spid="512"/>
                                        </p:tgtEl>
                                        <p:attrNameLst>
                                          <p:attrName>ppt_x</p:attrName>
                                        </p:attrNameLst>
                                      </p:cBhvr>
                                      <p:tavLst>
                                        <p:tav tm="0">
                                          <p:val>
                                            <p:strVal val="#ppt_x"/>
                                          </p:val>
                                        </p:tav>
                                        <p:tav tm="100000">
                                          <p:val>
                                            <p:strVal val="#ppt_x"/>
                                          </p:val>
                                        </p:tav>
                                      </p:tavLst>
                                    </p:anim>
                                    <p:anim calcmode="lin" valueType="num">
                                      <p:cBhvr additive="repl">
                                        <p:cTn id="322" dur="1000" fill="hold"/>
                                        <p:tgtEl>
                                          <p:spTgt spid="5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14" name="Picture 4" descr=""/>
          <p:cNvPicPr/>
          <p:nvPr/>
        </p:nvPicPr>
        <p:blipFill>
          <a:blip r:embed="rId1"/>
          <a:srcRect l="0" t="96179" r="0" b="0"/>
          <a:stretch/>
        </p:blipFill>
        <p:spPr>
          <a:xfrm>
            <a:off x="676080" y="6472080"/>
            <a:ext cx="2142720" cy="192600"/>
          </a:xfrm>
          <a:prstGeom prst="rect">
            <a:avLst/>
          </a:prstGeom>
          <a:ln w="0">
            <a:noFill/>
          </a:ln>
        </p:spPr>
      </p:pic>
      <p:sp>
        <p:nvSpPr>
          <p:cNvPr id="515" name="PlaceHolder 1"/>
          <p:cNvSpPr>
            <a:spLocks noGrp="1"/>
          </p:cNvSpPr>
          <p:nvPr>
            <p:ph type="title"/>
          </p:nvPr>
        </p:nvSpPr>
        <p:spPr>
          <a:xfrm>
            <a:off x="676080" y="370440"/>
            <a:ext cx="4735440" cy="830520"/>
          </a:xfrm>
          <a:prstGeom prst="rect">
            <a:avLst/>
          </a:prstGeom>
          <a:noFill/>
          <a:ln w="0">
            <a:noFill/>
          </a:ln>
        </p:spPr>
        <p:txBody>
          <a:bodyPr lIns="91440" rIns="91440" tIns="45720" bIns="45720" anchor="t">
            <a:normAutofit/>
          </a:bodyPr>
          <a:p>
            <a:pPr indent="0" defTabSz="457200">
              <a:lnSpc>
                <a:spcPct val="100000"/>
              </a:lnSpc>
              <a:buNone/>
            </a:pPr>
            <a:r>
              <a:rPr b="1" lang="en-IN" sz="4000" spc="-1" strike="noStrike">
                <a:solidFill>
                  <a:schemeClr val="dk1"/>
                </a:solidFill>
                <a:latin typeface="Trebuchet MS"/>
              </a:rPr>
              <a:t>Future scope</a:t>
            </a:r>
            <a:endParaRPr b="0" lang="en-US" sz="4000" spc="-1" strike="noStrike">
              <a:solidFill>
                <a:schemeClr val="dk1"/>
              </a:solidFill>
              <a:latin typeface="Trebuchet MS"/>
            </a:endParaRPr>
          </a:p>
        </p:txBody>
      </p:sp>
      <p:sp>
        <p:nvSpPr>
          <p:cNvPr id="516" name="Text Placeholder 3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517" name="Text Placeholder 30"/>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518" name=""/>
          <p:cNvSpPr txBox="1"/>
          <p:nvPr/>
        </p:nvSpPr>
        <p:spPr>
          <a:xfrm>
            <a:off x="550440" y="1246680"/>
            <a:ext cx="8863920" cy="5121000"/>
          </a:xfrm>
          <a:prstGeom prst="rect">
            <a:avLst/>
          </a:prstGeom>
          <a:noFill/>
          <a:ln w="0">
            <a:noFill/>
          </a:ln>
        </p:spPr>
        <p:txBody>
          <a:bodyPr lIns="90000" rIns="90000" tIns="45000" bIns="45000" anchor="t">
            <a:noAutofit/>
          </a:bodyPr>
          <a:p>
            <a:r>
              <a:rPr b="0" lang="en-US" sz="2000" spc="-1" strike="noStrike">
                <a:solidFill>
                  <a:schemeClr val="dk1">
                    <a:lumMod val="75000"/>
                    <a:lumOff val="25000"/>
                  </a:schemeClr>
                </a:solidFill>
                <a:latin typeface="Trebuchet MS"/>
              </a:rPr>
              <a:t>Building upon the foundational analysis of seasonal agricultural performance, future investigations could delve deeper into several critical areas. Firstly, integrating external datasets such as granular climate projections and real-time market prices would enable more dynamic predictive modeling for optimal crop selection and yield forecasting. Secondly, a more detailed spatial analysis, perhaps down to the sub-district or village level, could uncover localized micro-climates and soil conditions that significantly impact agricultural outcomes, allowing for hyper-targeted recommendations. </a:t>
            </a:r>
            <a:endParaRPr b="0" lang="en-IN" sz="2000" spc="-1" strike="noStrike">
              <a:solidFill>
                <a:srgbClr val="000000"/>
              </a:solidFill>
              <a:latin typeface="Arial"/>
            </a:endParaRPr>
          </a:p>
          <a:p>
            <a:endParaRPr b="0" lang="en-IN" sz="2000" spc="-1" strike="noStrike">
              <a:solidFill>
                <a:srgbClr val="000000"/>
              </a:solidFill>
              <a:latin typeface="Arial"/>
            </a:endParaRPr>
          </a:p>
          <a:p>
            <a:r>
              <a:rPr b="0" lang="en-US" sz="2000" spc="-1" strike="noStrike">
                <a:solidFill>
                  <a:schemeClr val="dk1">
                    <a:lumMod val="75000"/>
                    <a:lumOff val="25000"/>
                  </a:schemeClr>
                </a:solidFill>
                <a:latin typeface="Trebuchet MS"/>
              </a:rPr>
              <a:t>Furthermore, exploring the socio-economic factors influencing farmers' decisions, such as access to credit, education levels, and government schemes, could provide a holistic understanding of profitability drivers beyond environmental and operational variables. Finally, the development of interactive dashboards would empower stakeholders to explore these complex relationships and simulate various scenarios for improved decision-making and policy formulation.</a:t>
            </a:r>
            <a:endParaRPr b="0" lang="en-IN" sz="20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323" dur="indefinite" restart="never" nodeType="tmRoot">
          <p:childTnLst>
            <p:seq>
              <p:cTn id="324" dur="indefinite" nodeType="mainSeq">
                <p:childTnLst>
                  <p:par>
                    <p:cTn id="325" fill="hold">
                      <p:stCondLst>
                        <p:cond delay="indefinite"/>
                      </p:stCondLst>
                      <p:childTnLst>
                        <p:par>
                          <p:cTn id="326" fill="hold">
                            <p:stCondLst>
                              <p:cond delay="0"/>
                            </p:stCondLst>
                            <p:childTnLst>
                              <p:par>
                                <p:cTn id="327" nodeType="clickEffect" fill="hold" presetClass="entr" presetID="53" presetSubtype="16">
                                  <p:stCondLst>
                                    <p:cond delay="0"/>
                                  </p:stCondLst>
                                  <p:childTnLst>
                                    <p:set>
                                      <p:cBhvr>
                                        <p:cTn id="328" dur="1" fill="hold">
                                          <p:stCondLst>
                                            <p:cond delay="0"/>
                                          </p:stCondLst>
                                        </p:cTn>
                                        <p:tgtEl>
                                          <p:spTgt spid="515"/>
                                        </p:tgtEl>
                                        <p:attrNameLst>
                                          <p:attrName>style.visibility</p:attrName>
                                        </p:attrNameLst>
                                      </p:cBhvr>
                                      <p:to>
                                        <p:strVal val="visible"/>
                                      </p:to>
                                    </p:set>
                                    <p:anim calcmode="lin" valueType="num">
                                      <p:cBhvr additive="repl">
                                        <p:cTn id="329" dur="500" fill="hold"/>
                                        <p:tgtEl>
                                          <p:spTgt spid="515"/>
                                        </p:tgtEl>
                                        <p:attrNameLst>
                                          <p:attrName>ppt_w</p:attrName>
                                        </p:attrNameLst>
                                      </p:cBhvr>
                                      <p:tavLst>
                                        <p:tav tm="0">
                                          <p:val>
                                            <p:fltVal val="0"/>
                                          </p:val>
                                        </p:tav>
                                        <p:tav tm="100000">
                                          <p:val>
                                            <p:strVal val="#ppt_w"/>
                                          </p:val>
                                        </p:tav>
                                      </p:tavLst>
                                    </p:anim>
                                    <p:anim calcmode="lin" valueType="num">
                                      <p:cBhvr additive="repl">
                                        <p:cTn id="330" dur="500" fill="hold"/>
                                        <p:tgtEl>
                                          <p:spTgt spid="515"/>
                                        </p:tgtEl>
                                        <p:attrNameLst>
                                          <p:attrName>ppt_h</p:attrName>
                                        </p:attrNameLst>
                                      </p:cBhvr>
                                      <p:tavLst>
                                        <p:tav tm="0">
                                          <p:val>
                                            <p:fltVal val="0"/>
                                          </p:val>
                                        </p:tav>
                                        <p:tav tm="100000">
                                          <p:val>
                                            <p:strVal val="#ppt_h"/>
                                          </p:val>
                                        </p:tav>
                                      </p:tavLst>
                                    </p:anim>
                                    <p:animEffect filter="fade" transition="in">
                                      <p:cBhvr additive="repl">
                                        <p:cTn id="331" dur="500"/>
                                        <p:tgtEl>
                                          <p:spTgt spid="515"/>
                                        </p:tgtEl>
                                      </p:cBhvr>
                                    </p:animEffect>
                                  </p:childTnLst>
                                </p:cTn>
                              </p:par>
                            </p:childTnLst>
                          </p:cTn>
                        </p:par>
                      </p:childTnLst>
                    </p:cTn>
                  </p:par>
                  <p:par>
                    <p:cTn id="332" fill="hold">
                      <p:stCondLst>
                        <p:cond delay="indefinite"/>
                      </p:stCondLst>
                      <p:childTnLst>
                        <p:par>
                          <p:cTn id="333" fill="hold">
                            <p:stCondLst>
                              <p:cond delay="0"/>
                            </p:stCondLst>
                            <p:childTnLst>
                              <p:par>
                                <p:cTn id="334" nodeType="clickEffect" fill="hold" presetClass="entr" presetID="42">
                                  <p:stCondLst>
                                    <p:cond delay="0"/>
                                  </p:stCondLst>
                                  <p:endCondLst>
                                    <p:cond delay="0" evt="begin">
                                      <p:tn val="334"/>
                                    </p:cond>
                                  </p:endCondLst>
                                  <p:childTnLst>
                                    <p:set>
                                      <p:cBhvr>
                                        <p:cTn id="335" dur="1" fill="hold">
                                          <p:stCondLst>
                                            <p:cond delay="0"/>
                                          </p:stCondLst>
                                        </p:cTn>
                                        <p:tgtEl>
                                          <p:spTgt spid="516"/>
                                        </p:tgtEl>
                                        <p:attrNameLst>
                                          <p:attrName>style.visibility</p:attrName>
                                        </p:attrNameLst>
                                      </p:cBhvr>
                                      <p:to>
                                        <p:strVal val="visible"/>
                                      </p:to>
                                    </p:set>
                                    <p:animEffect filter="fade" transition="in">
                                      <p:cBhvr additive="repl">
                                        <p:cTn id="336" dur="1000"/>
                                        <p:tgtEl>
                                          <p:spTgt spid="516"/>
                                        </p:tgtEl>
                                      </p:cBhvr>
                                    </p:animEffect>
                                    <p:anim calcmode="lin" valueType="num">
                                      <p:cBhvr additive="repl">
                                        <p:cTn id="337" dur="1000" fill="hold"/>
                                        <p:tgtEl>
                                          <p:spTgt spid="516"/>
                                        </p:tgtEl>
                                        <p:attrNameLst>
                                          <p:attrName>ppt_x</p:attrName>
                                        </p:attrNameLst>
                                      </p:cBhvr>
                                      <p:tavLst>
                                        <p:tav tm="0">
                                          <p:val>
                                            <p:strVal val="#ppt_x"/>
                                          </p:val>
                                        </p:tav>
                                        <p:tav tm="100000">
                                          <p:val>
                                            <p:strVal val="#ppt_x"/>
                                          </p:val>
                                        </p:tav>
                                      </p:tavLst>
                                    </p:anim>
                                    <p:anim calcmode="lin" valueType="num">
                                      <p:cBhvr additive="repl">
                                        <p:cTn id="338" dur="1000" fill="hold"/>
                                        <p:tgtEl>
                                          <p:spTgt spid="516"/>
                                        </p:tgtEl>
                                        <p:attrNameLst>
                                          <p:attrName>ppt_y</p:attrName>
                                        </p:attrNameLst>
                                      </p:cBhvr>
                                      <p:tavLst>
                                        <p:tav tm="0">
                                          <p:val>
                                            <p:strVal val="#ppt_y+.1"/>
                                          </p:val>
                                        </p:tav>
                                        <p:tav tm="100000">
                                          <p:val>
                                            <p:strVal val="#ppt_y"/>
                                          </p:val>
                                        </p:tav>
                                      </p:tavLst>
                                    </p:anim>
                                  </p:childTnLst>
                                </p:cTn>
                              </p:par>
                            </p:childTnLst>
                          </p:cTn>
                        </p:par>
                      </p:childTnLst>
                    </p:cTn>
                  </p:par>
                  <p:par>
                    <p:cTn id="339" fill="hold">
                      <p:stCondLst>
                        <p:cond delay="indefinite"/>
                      </p:stCondLst>
                      <p:childTnLst>
                        <p:par>
                          <p:cTn id="340" fill="hold">
                            <p:stCondLst>
                              <p:cond delay="0"/>
                            </p:stCondLst>
                            <p:childTnLst>
                              <p:par>
                                <p:cTn id="341" nodeType="clickEffect" fill="hold" presetClass="entr" presetID="42">
                                  <p:stCondLst>
                                    <p:cond delay="0"/>
                                  </p:stCondLst>
                                  <p:endCondLst>
                                    <p:cond delay="0" evt="begin">
                                      <p:tn val="341"/>
                                    </p:cond>
                                  </p:endCondLst>
                                  <p:childTnLst>
                                    <p:set>
                                      <p:cBhvr>
                                        <p:cTn id="342" dur="1" fill="hold">
                                          <p:stCondLst>
                                            <p:cond delay="0"/>
                                          </p:stCondLst>
                                        </p:cTn>
                                        <p:tgtEl>
                                          <p:spTgt spid="517"/>
                                        </p:tgtEl>
                                        <p:attrNameLst>
                                          <p:attrName>style.visibility</p:attrName>
                                        </p:attrNameLst>
                                      </p:cBhvr>
                                      <p:to>
                                        <p:strVal val="visible"/>
                                      </p:to>
                                    </p:set>
                                    <p:animEffect filter="fade" transition="in">
                                      <p:cBhvr additive="repl">
                                        <p:cTn id="343" dur="1000"/>
                                        <p:tgtEl>
                                          <p:spTgt spid="517"/>
                                        </p:tgtEl>
                                      </p:cBhvr>
                                    </p:animEffect>
                                    <p:anim calcmode="lin" valueType="num">
                                      <p:cBhvr additive="repl">
                                        <p:cTn id="344" dur="1000" fill="hold"/>
                                        <p:tgtEl>
                                          <p:spTgt spid="517"/>
                                        </p:tgtEl>
                                        <p:attrNameLst>
                                          <p:attrName>ppt_x</p:attrName>
                                        </p:attrNameLst>
                                      </p:cBhvr>
                                      <p:tavLst>
                                        <p:tav tm="0">
                                          <p:val>
                                            <p:strVal val="#ppt_x"/>
                                          </p:val>
                                        </p:tav>
                                        <p:tav tm="100000">
                                          <p:val>
                                            <p:strVal val="#ppt_x"/>
                                          </p:val>
                                        </p:tav>
                                      </p:tavLst>
                                    </p:anim>
                                    <p:anim calcmode="lin" valueType="num">
                                      <p:cBhvr additive="repl">
                                        <p:cTn id="345" dur="1000" fill="hold"/>
                                        <p:tgtEl>
                                          <p:spTgt spid="5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19" name="Picture 4" descr=""/>
          <p:cNvPicPr/>
          <p:nvPr/>
        </p:nvPicPr>
        <p:blipFill>
          <a:blip r:embed="rId1"/>
          <a:srcRect l="0" t="96179" r="0" b="0"/>
          <a:stretch/>
        </p:blipFill>
        <p:spPr>
          <a:xfrm>
            <a:off x="676080" y="6472080"/>
            <a:ext cx="2142720" cy="192600"/>
          </a:xfrm>
          <a:prstGeom prst="rect">
            <a:avLst/>
          </a:prstGeom>
          <a:ln w="0">
            <a:noFill/>
          </a:ln>
        </p:spPr>
      </p:pic>
      <p:sp>
        <p:nvSpPr>
          <p:cNvPr id="520" name="PlaceHolder 1"/>
          <p:cNvSpPr>
            <a:spLocks noGrp="1"/>
          </p:cNvSpPr>
          <p:nvPr>
            <p:ph type="title"/>
          </p:nvPr>
        </p:nvSpPr>
        <p:spPr>
          <a:xfrm>
            <a:off x="676080" y="370440"/>
            <a:ext cx="4735440" cy="830520"/>
          </a:xfrm>
          <a:prstGeom prst="rect">
            <a:avLst/>
          </a:prstGeom>
          <a:noFill/>
          <a:ln w="0">
            <a:noFill/>
          </a:ln>
        </p:spPr>
        <p:txBody>
          <a:bodyPr lIns="91440" rIns="91440" tIns="45720" bIns="45720" anchor="t">
            <a:normAutofit/>
          </a:bodyPr>
          <a:p>
            <a:pPr indent="0" defTabSz="457200">
              <a:lnSpc>
                <a:spcPct val="100000"/>
              </a:lnSpc>
              <a:buNone/>
            </a:pPr>
            <a:r>
              <a:rPr b="1" lang="en-IN" sz="4000" spc="-1" strike="noStrike">
                <a:solidFill>
                  <a:schemeClr val="dk1"/>
                </a:solidFill>
                <a:latin typeface="Trebuchet MS"/>
              </a:rPr>
              <a:t>GitHub Link</a:t>
            </a:r>
            <a:endParaRPr b="0" lang="en-US" sz="4000" spc="-1" strike="noStrike">
              <a:solidFill>
                <a:schemeClr val="dk1"/>
              </a:solidFill>
              <a:latin typeface="Trebuchet MS"/>
            </a:endParaRPr>
          </a:p>
        </p:txBody>
      </p:sp>
      <p:sp>
        <p:nvSpPr>
          <p:cNvPr id="521" name="Text Placeholder 3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522" name="Text Placeholder 30"/>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523" name="TextBox 2"/>
          <p:cNvSpPr/>
          <p:nvPr/>
        </p:nvSpPr>
        <p:spPr>
          <a:xfrm>
            <a:off x="729360" y="1620000"/>
            <a:ext cx="5750640" cy="63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800" spc="-1" strike="noStrike">
                <a:solidFill>
                  <a:schemeClr val="dk1"/>
                </a:solidFill>
                <a:latin typeface="Trebuchet MS"/>
              </a:rPr>
              <a:t>https://github.com/FaraazAhmad71125/-Seasonal-Agriculture-Performance-Analysis.git</a:t>
            </a:r>
            <a:endParaRPr b="0" lang="en-IN"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346" dur="indefinite" restart="never" nodeType="tmRoot">
          <p:childTnLst>
            <p:seq>
              <p:cTn id="347" dur="indefinite" nodeType="mainSeq">
                <p:childTnLst>
                  <p:par>
                    <p:cTn id="348" fill="hold">
                      <p:stCondLst>
                        <p:cond delay="indefinite"/>
                      </p:stCondLst>
                      <p:childTnLst>
                        <p:par>
                          <p:cTn id="349" fill="hold">
                            <p:stCondLst>
                              <p:cond delay="0"/>
                            </p:stCondLst>
                            <p:childTnLst>
                              <p:par>
                                <p:cTn id="350" nodeType="clickEffect" fill="hold" presetClass="entr" presetID="53" presetSubtype="16">
                                  <p:stCondLst>
                                    <p:cond delay="0"/>
                                  </p:stCondLst>
                                  <p:childTnLst>
                                    <p:set>
                                      <p:cBhvr>
                                        <p:cTn id="351" dur="1" fill="hold">
                                          <p:stCondLst>
                                            <p:cond delay="0"/>
                                          </p:stCondLst>
                                        </p:cTn>
                                        <p:tgtEl>
                                          <p:spTgt spid="520"/>
                                        </p:tgtEl>
                                        <p:attrNameLst>
                                          <p:attrName>style.visibility</p:attrName>
                                        </p:attrNameLst>
                                      </p:cBhvr>
                                      <p:to>
                                        <p:strVal val="visible"/>
                                      </p:to>
                                    </p:set>
                                    <p:anim calcmode="lin" valueType="num">
                                      <p:cBhvr additive="repl">
                                        <p:cTn id="352" dur="500" fill="hold"/>
                                        <p:tgtEl>
                                          <p:spTgt spid="520"/>
                                        </p:tgtEl>
                                        <p:attrNameLst>
                                          <p:attrName>ppt_w</p:attrName>
                                        </p:attrNameLst>
                                      </p:cBhvr>
                                      <p:tavLst>
                                        <p:tav tm="0">
                                          <p:val>
                                            <p:fltVal val="0"/>
                                          </p:val>
                                        </p:tav>
                                        <p:tav tm="100000">
                                          <p:val>
                                            <p:strVal val="#ppt_w"/>
                                          </p:val>
                                        </p:tav>
                                      </p:tavLst>
                                    </p:anim>
                                    <p:anim calcmode="lin" valueType="num">
                                      <p:cBhvr additive="repl">
                                        <p:cTn id="353" dur="500" fill="hold"/>
                                        <p:tgtEl>
                                          <p:spTgt spid="520"/>
                                        </p:tgtEl>
                                        <p:attrNameLst>
                                          <p:attrName>ppt_h</p:attrName>
                                        </p:attrNameLst>
                                      </p:cBhvr>
                                      <p:tavLst>
                                        <p:tav tm="0">
                                          <p:val>
                                            <p:fltVal val="0"/>
                                          </p:val>
                                        </p:tav>
                                        <p:tav tm="100000">
                                          <p:val>
                                            <p:strVal val="#ppt_h"/>
                                          </p:val>
                                        </p:tav>
                                      </p:tavLst>
                                    </p:anim>
                                    <p:animEffect filter="fade" transition="in">
                                      <p:cBhvr additive="repl">
                                        <p:cTn id="354" dur="500"/>
                                        <p:tgtEl>
                                          <p:spTgt spid="520"/>
                                        </p:tgtEl>
                                      </p:cBhvr>
                                    </p:animEffect>
                                  </p:childTnLst>
                                </p:cTn>
                              </p:par>
                            </p:childTnLst>
                          </p:cTn>
                        </p:par>
                      </p:childTnLst>
                    </p:cTn>
                  </p:par>
                  <p:par>
                    <p:cTn id="355" fill="hold">
                      <p:stCondLst>
                        <p:cond delay="indefinite"/>
                      </p:stCondLst>
                      <p:childTnLst>
                        <p:par>
                          <p:cTn id="356" fill="hold">
                            <p:stCondLst>
                              <p:cond delay="0"/>
                            </p:stCondLst>
                            <p:childTnLst>
                              <p:par>
                                <p:cTn id="357" nodeType="clickEffect" fill="hold" presetClass="entr" presetID="42">
                                  <p:stCondLst>
                                    <p:cond delay="0"/>
                                  </p:stCondLst>
                                  <p:endCondLst>
                                    <p:cond delay="0" evt="begin">
                                      <p:tn val="357"/>
                                    </p:cond>
                                  </p:endCondLst>
                                  <p:childTnLst>
                                    <p:set>
                                      <p:cBhvr>
                                        <p:cTn id="358" dur="1" fill="hold">
                                          <p:stCondLst>
                                            <p:cond delay="0"/>
                                          </p:stCondLst>
                                        </p:cTn>
                                        <p:tgtEl>
                                          <p:spTgt spid="521"/>
                                        </p:tgtEl>
                                        <p:attrNameLst>
                                          <p:attrName>style.visibility</p:attrName>
                                        </p:attrNameLst>
                                      </p:cBhvr>
                                      <p:to>
                                        <p:strVal val="visible"/>
                                      </p:to>
                                    </p:set>
                                    <p:animEffect filter="fade" transition="in">
                                      <p:cBhvr additive="repl">
                                        <p:cTn id="359" dur="1000"/>
                                        <p:tgtEl>
                                          <p:spTgt spid="521"/>
                                        </p:tgtEl>
                                      </p:cBhvr>
                                    </p:animEffect>
                                    <p:anim calcmode="lin" valueType="num">
                                      <p:cBhvr additive="repl">
                                        <p:cTn id="360" dur="1000" fill="hold"/>
                                        <p:tgtEl>
                                          <p:spTgt spid="521"/>
                                        </p:tgtEl>
                                        <p:attrNameLst>
                                          <p:attrName>ppt_x</p:attrName>
                                        </p:attrNameLst>
                                      </p:cBhvr>
                                      <p:tavLst>
                                        <p:tav tm="0">
                                          <p:val>
                                            <p:strVal val="#ppt_x"/>
                                          </p:val>
                                        </p:tav>
                                        <p:tav tm="100000">
                                          <p:val>
                                            <p:strVal val="#ppt_x"/>
                                          </p:val>
                                        </p:tav>
                                      </p:tavLst>
                                    </p:anim>
                                    <p:anim calcmode="lin" valueType="num">
                                      <p:cBhvr additive="repl">
                                        <p:cTn id="361" dur="1000" fill="hold"/>
                                        <p:tgtEl>
                                          <p:spTgt spid="521"/>
                                        </p:tgtEl>
                                        <p:attrNameLst>
                                          <p:attrName>ppt_y</p:attrName>
                                        </p:attrNameLst>
                                      </p:cBhvr>
                                      <p:tavLst>
                                        <p:tav tm="0">
                                          <p:val>
                                            <p:strVal val="#ppt_y+.1"/>
                                          </p:val>
                                        </p:tav>
                                        <p:tav tm="100000">
                                          <p:val>
                                            <p:strVal val="#ppt_y"/>
                                          </p:val>
                                        </p:tav>
                                      </p:tavLst>
                                    </p:anim>
                                  </p:childTnLst>
                                </p:cTn>
                              </p:par>
                            </p:childTnLst>
                          </p:cTn>
                        </p:par>
                      </p:childTnLst>
                    </p:cTn>
                  </p:par>
                  <p:par>
                    <p:cTn id="362" fill="hold">
                      <p:stCondLst>
                        <p:cond delay="indefinite"/>
                      </p:stCondLst>
                      <p:childTnLst>
                        <p:par>
                          <p:cTn id="363" fill="hold">
                            <p:stCondLst>
                              <p:cond delay="0"/>
                            </p:stCondLst>
                            <p:childTnLst>
                              <p:par>
                                <p:cTn id="364" nodeType="clickEffect" fill="hold" presetClass="entr" presetID="42">
                                  <p:stCondLst>
                                    <p:cond delay="0"/>
                                  </p:stCondLst>
                                  <p:endCondLst>
                                    <p:cond delay="0" evt="begin">
                                      <p:tn val="364"/>
                                    </p:cond>
                                  </p:endCondLst>
                                  <p:childTnLst>
                                    <p:set>
                                      <p:cBhvr>
                                        <p:cTn id="365" dur="1" fill="hold">
                                          <p:stCondLst>
                                            <p:cond delay="0"/>
                                          </p:stCondLst>
                                        </p:cTn>
                                        <p:tgtEl>
                                          <p:spTgt spid="522"/>
                                        </p:tgtEl>
                                        <p:attrNameLst>
                                          <p:attrName>style.visibility</p:attrName>
                                        </p:attrNameLst>
                                      </p:cBhvr>
                                      <p:to>
                                        <p:strVal val="visible"/>
                                      </p:to>
                                    </p:set>
                                    <p:animEffect filter="fade" transition="in">
                                      <p:cBhvr additive="repl">
                                        <p:cTn id="366" dur="1000"/>
                                        <p:tgtEl>
                                          <p:spTgt spid="522"/>
                                        </p:tgtEl>
                                      </p:cBhvr>
                                    </p:animEffect>
                                    <p:anim calcmode="lin" valueType="num">
                                      <p:cBhvr additive="repl">
                                        <p:cTn id="367" dur="1000" fill="hold"/>
                                        <p:tgtEl>
                                          <p:spTgt spid="522"/>
                                        </p:tgtEl>
                                        <p:attrNameLst>
                                          <p:attrName>ppt_x</p:attrName>
                                        </p:attrNameLst>
                                      </p:cBhvr>
                                      <p:tavLst>
                                        <p:tav tm="0">
                                          <p:val>
                                            <p:strVal val="#ppt_x"/>
                                          </p:val>
                                        </p:tav>
                                        <p:tav tm="100000">
                                          <p:val>
                                            <p:strVal val="#ppt_x"/>
                                          </p:val>
                                        </p:tav>
                                      </p:tavLst>
                                    </p:anim>
                                    <p:anim calcmode="lin" valueType="num">
                                      <p:cBhvr additive="repl">
                                        <p:cTn id="368" dur="1000" fill="hold"/>
                                        <p:tgtEl>
                                          <p:spTgt spid="5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24" name="Picture 4" descr=""/>
          <p:cNvPicPr/>
          <p:nvPr/>
        </p:nvPicPr>
        <p:blipFill>
          <a:blip r:embed="rId1"/>
          <a:srcRect l="0" t="96179" r="0" b="0"/>
          <a:stretch/>
        </p:blipFill>
        <p:spPr>
          <a:xfrm>
            <a:off x="676080" y="6472080"/>
            <a:ext cx="2142720" cy="192600"/>
          </a:xfrm>
          <a:prstGeom prst="rect">
            <a:avLst/>
          </a:prstGeom>
          <a:ln w="0">
            <a:noFill/>
          </a:ln>
        </p:spPr>
      </p:pic>
      <p:sp>
        <p:nvSpPr>
          <p:cNvPr id="525" name="PlaceHolder 1"/>
          <p:cNvSpPr>
            <a:spLocks noGrp="1"/>
          </p:cNvSpPr>
          <p:nvPr>
            <p:ph type="title"/>
          </p:nvPr>
        </p:nvSpPr>
        <p:spPr>
          <a:xfrm>
            <a:off x="676080" y="370440"/>
            <a:ext cx="8350920" cy="884160"/>
          </a:xfrm>
          <a:prstGeom prst="rect">
            <a:avLst/>
          </a:prstGeom>
          <a:noFill/>
          <a:ln w="0">
            <a:noFill/>
          </a:ln>
        </p:spPr>
        <p:txBody>
          <a:bodyPr lIns="91440" rIns="91440" tIns="45720" bIns="45720" anchor="t">
            <a:normAutofit fontScale="81057"/>
          </a:bodyPr>
          <a:p>
            <a:pPr indent="0" defTabSz="457200">
              <a:lnSpc>
                <a:spcPct val="100000"/>
              </a:lnSpc>
              <a:buNone/>
            </a:pPr>
            <a:r>
              <a:rPr b="1" lang="en-IN" sz="3200" spc="-1" strike="noStrike">
                <a:solidFill>
                  <a:schemeClr val="dk1"/>
                </a:solidFill>
                <a:latin typeface="Trebuchet MS"/>
              </a:rPr>
              <a:t>VOIS Course completion certificate - </a:t>
            </a:r>
            <a:br>
              <a:rPr sz="3200"/>
            </a:br>
            <a:r>
              <a:rPr b="1" lang="en-IN" sz="3200" spc="-1" strike="noStrike">
                <a:solidFill>
                  <a:schemeClr val="dk1"/>
                </a:solidFill>
                <a:latin typeface="Trebuchet MS"/>
              </a:rPr>
              <a:t>Course name- Data Visualization </a:t>
            </a:r>
            <a:endParaRPr b="0" lang="en-US" sz="3200" spc="-1" strike="noStrike">
              <a:solidFill>
                <a:schemeClr val="dk1"/>
              </a:solidFill>
              <a:latin typeface="Trebuchet MS"/>
            </a:endParaRPr>
          </a:p>
        </p:txBody>
      </p:sp>
      <p:sp>
        <p:nvSpPr>
          <p:cNvPr id="526" name="Text Placeholder 30"/>
          <p:cNvSpPr/>
          <p:nvPr/>
        </p:nvSpPr>
        <p:spPr>
          <a:xfrm>
            <a:off x="32112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sp>
        <p:nvSpPr>
          <p:cNvPr id="527" name="Text Placeholder 30"/>
          <p:cNvSpPr/>
          <p:nvPr/>
        </p:nvSpPr>
        <p:spPr>
          <a:xfrm>
            <a:off x="4345560" y="1275480"/>
            <a:ext cx="3343320" cy="6656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2000" spc="-1" strike="noStrike">
              <a:solidFill>
                <a:schemeClr val="dk1"/>
              </a:solidFill>
              <a:latin typeface="Trebuchet MS"/>
            </a:endParaRPr>
          </a:p>
        </p:txBody>
      </p:sp>
      <p:pic>
        <p:nvPicPr>
          <p:cNvPr id="528" name="" descr=""/>
          <p:cNvPicPr/>
          <p:nvPr/>
        </p:nvPicPr>
        <p:blipFill>
          <a:blip r:embed="rId2"/>
          <a:stretch/>
        </p:blipFill>
        <p:spPr>
          <a:xfrm>
            <a:off x="540000" y="1440000"/>
            <a:ext cx="6840000" cy="4837680"/>
          </a:xfrm>
          <a:prstGeom prst="rect">
            <a:avLst/>
          </a:prstGeom>
          <a:ln w="0">
            <a:noFill/>
          </a:ln>
        </p:spPr>
      </p:pic>
    </p:spTree>
  </p:cSld>
  <mc:AlternateContent>
    <mc:Choice Requires="p14">
      <p:transition spd="slow" p14:dur="2000"/>
    </mc:Choice>
    <mc:Fallback>
      <p:transition spd="slow"/>
    </mc:Fallback>
  </mc:AlternateContent>
  <p:timing>
    <p:tnLst>
      <p:par>
        <p:cTn id="369" dur="indefinite" restart="never" nodeType="tmRoot">
          <p:childTnLst>
            <p:seq>
              <p:cTn id="370" dur="indefinite" nodeType="mainSeq">
                <p:childTnLst>
                  <p:par>
                    <p:cTn id="371" fill="hold">
                      <p:stCondLst>
                        <p:cond delay="indefinite"/>
                      </p:stCondLst>
                      <p:childTnLst>
                        <p:par>
                          <p:cTn id="372" fill="hold">
                            <p:stCondLst>
                              <p:cond delay="0"/>
                            </p:stCondLst>
                            <p:childTnLst>
                              <p:par>
                                <p:cTn id="373" nodeType="clickEffect" fill="hold" presetClass="entr" presetID="53" presetSubtype="16">
                                  <p:stCondLst>
                                    <p:cond delay="0"/>
                                  </p:stCondLst>
                                  <p:childTnLst>
                                    <p:set>
                                      <p:cBhvr>
                                        <p:cTn id="374" dur="1" fill="hold">
                                          <p:stCondLst>
                                            <p:cond delay="0"/>
                                          </p:stCondLst>
                                        </p:cTn>
                                        <p:tgtEl>
                                          <p:spTgt spid="525"/>
                                        </p:tgtEl>
                                        <p:attrNameLst>
                                          <p:attrName>style.visibility</p:attrName>
                                        </p:attrNameLst>
                                      </p:cBhvr>
                                      <p:to>
                                        <p:strVal val="visible"/>
                                      </p:to>
                                    </p:set>
                                    <p:anim calcmode="lin" valueType="num">
                                      <p:cBhvr additive="repl">
                                        <p:cTn id="375" dur="500" fill="hold"/>
                                        <p:tgtEl>
                                          <p:spTgt spid="525"/>
                                        </p:tgtEl>
                                        <p:attrNameLst>
                                          <p:attrName>ppt_w</p:attrName>
                                        </p:attrNameLst>
                                      </p:cBhvr>
                                      <p:tavLst>
                                        <p:tav tm="0">
                                          <p:val>
                                            <p:fltVal val="0"/>
                                          </p:val>
                                        </p:tav>
                                        <p:tav tm="100000">
                                          <p:val>
                                            <p:strVal val="#ppt_w"/>
                                          </p:val>
                                        </p:tav>
                                      </p:tavLst>
                                    </p:anim>
                                    <p:anim calcmode="lin" valueType="num">
                                      <p:cBhvr additive="repl">
                                        <p:cTn id="376" dur="500" fill="hold"/>
                                        <p:tgtEl>
                                          <p:spTgt spid="525"/>
                                        </p:tgtEl>
                                        <p:attrNameLst>
                                          <p:attrName>ppt_h</p:attrName>
                                        </p:attrNameLst>
                                      </p:cBhvr>
                                      <p:tavLst>
                                        <p:tav tm="0">
                                          <p:val>
                                            <p:fltVal val="0"/>
                                          </p:val>
                                        </p:tav>
                                        <p:tav tm="100000">
                                          <p:val>
                                            <p:strVal val="#ppt_h"/>
                                          </p:val>
                                        </p:tav>
                                      </p:tavLst>
                                    </p:anim>
                                    <p:animEffect filter="fade" transition="in">
                                      <p:cBhvr additive="repl">
                                        <p:cTn id="377" dur="500"/>
                                        <p:tgtEl>
                                          <p:spTgt spid="525"/>
                                        </p:tgtEl>
                                      </p:cBhvr>
                                    </p:animEffect>
                                  </p:childTnLst>
                                </p:cTn>
                              </p:par>
                            </p:childTnLst>
                          </p:cTn>
                        </p:par>
                      </p:childTnLst>
                    </p:cTn>
                  </p:par>
                  <p:par>
                    <p:cTn id="378" fill="hold">
                      <p:stCondLst>
                        <p:cond delay="indefinite"/>
                      </p:stCondLst>
                      <p:childTnLst>
                        <p:par>
                          <p:cTn id="379" fill="hold">
                            <p:stCondLst>
                              <p:cond delay="0"/>
                            </p:stCondLst>
                            <p:childTnLst>
                              <p:par>
                                <p:cTn id="380" nodeType="clickEffect" fill="hold" presetClass="entr" presetID="42">
                                  <p:stCondLst>
                                    <p:cond delay="0"/>
                                  </p:stCondLst>
                                  <p:endCondLst>
                                    <p:cond delay="0" evt="begin">
                                      <p:tn val="380"/>
                                    </p:cond>
                                  </p:endCondLst>
                                  <p:childTnLst>
                                    <p:set>
                                      <p:cBhvr>
                                        <p:cTn id="381" dur="1" fill="hold">
                                          <p:stCondLst>
                                            <p:cond delay="0"/>
                                          </p:stCondLst>
                                        </p:cTn>
                                        <p:tgtEl>
                                          <p:spTgt spid="526"/>
                                        </p:tgtEl>
                                        <p:attrNameLst>
                                          <p:attrName>style.visibility</p:attrName>
                                        </p:attrNameLst>
                                      </p:cBhvr>
                                      <p:to>
                                        <p:strVal val="visible"/>
                                      </p:to>
                                    </p:set>
                                    <p:animEffect filter="fade" transition="in">
                                      <p:cBhvr additive="repl">
                                        <p:cTn id="382" dur="1000"/>
                                        <p:tgtEl>
                                          <p:spTgt spid="526"/>
                                        </p:tgtEl>
                                      </p:cBhvr>
                                    </p:animEffect>
                                    <p:anim calcmode="lin" valueType="num">
                                      <p:cBhvr additive="repl">
                                        <p:cTn id="383" dur="1000" fill="hold"/>
                                        <p:tgtEl>
                                          <p:spTgt spid="526"/>
                                        </p:tgtEl>
                                        <p:attrNameLst>
                                          <p:attrName>ppt_x</p:attrName>
                                        </p:attrNameLst>
                                      </p:cBhvr>
                                      <p:tavLst>
                                        <p:tav tm="0">
                                          <p:val>
                                            <p:strVal val="#ppt_x"/>
                                          </p:val>
                                        </p:tav>
                                        <p:tav tm="100000">
                                          <p:val>
                                            <p:strVal val="#ppt_x"/>
                                          </p:val>
                                        </p:tav>
                                      </p:tavLst>
                                    </p:anim>
                                    <p:anim calcmode="lin" valueType="num">
                                      <p:cBhvr additive="repl">
                                        <p:cTn id="384" dur="1000" fill="hold"/>
                                        <p:tgtEl>
                                          <p:spTgt spid="526"/>
                                        </p:tgtEl>
                                        <p:attrNameLst>
                                          <p:attrName>ppt_y</p:attrName>
                                        </p:attrNameLst>
                                      </p:cBhvr>
                                      <p:tavLst>
                                        <p:tav tm="0">
                                          <p:val>
                                            <p:strVal val="#ppt_y+.1"/>
                                          </p:val>
                                        </p:tav>
                                        <p:tav tm="100000">
                                          <p:val>
                                            <p:strVal val="#ppt_y"/>
                                          </p:val>
                                        </p:tav>
                                      </p:tavLst>
                                    </p:anim>
                                  </p:childTnLst>
                                </p:cTn>
                              </p:par>
                            </p:childTnLst>
                          </p:cTn>
                        </p:par>
                      </p:childTnLst>
                    </p:cTn>
                  </p:par>
                  <p:par>
                    <p:cTn id="385" fill="hold">
                      <p:stCondLst>
                        <p:cond delay="indefinite"/>
                      </p:stCondLst>
                      <p:childTnLst>
                        <p:par>
                          <p:cTn id="386" fill="hold">
                            <p:stCondLst>
                              <p:cond delay="0"/>
                            </p:stCondLst>
                            <p:childTnLst>
                              <p:par>
                                <p:cTn id="387" nodeType="clickEffect" fill="hold" presetClass="entr" presetID="42">
                                  <p:stCondLst>
                                    <p:cond delay="0"/>
                                  </p:stCondLst>
                                  <p:endCondLst>
                                    <p:cond delay="0" evt="begin">
                                      <p:tn val="387"/>
                                    </p:cond>
                                  </p:endCondLst>
                                  <p:childTnLst>
                                    <p:set>
                                      <p:cBhvr>
                                        <p:cTn id="388" dur="1" fill="hold">
                                          <p:stCondLst>
                                            <p:cond delay="0"/>
                                          </p:stCondLst>
                                        </p:cTn>
                                        <p:tgtEl>
                                          <p:spTgt spid="527"/>
                                        </p:tgtEl>
                                        <p:attrNameLst>
                                          <p:attrName>style.visibility</p:attrName>
                                        </p:attrNameLst>
                                      </p:cBhvr>
                                      <p:to>
                                        <p:strVal val="visible"/>
                                      </p:to>
                                    </p:set>
                                    <p:animEffect filter="fade" transition="in">
                                      <p:cBhvr additive="repl">
                                        <p:cTn id="389" dur="1000"/>
                                        <p:tgtEl>
                                          <p:spTgt spid="527"/>
                                        </p:tgtEl>
                                      </p:cBhvr>
                                    </p:animEffect>
                                    <p:anim calcmode="lin" valueType="num">
                                      <p:cBhvr additive="repl">
                                        <p:cTn id="390" dur="1000" fill="hold"/>
                                        <p:tgtEl>
                                          <p:spTgt spid="527"/>
                                        </p:tgtEl>
                                        <p:attrNameLst>
                                          <p:attrName>ppt_x</p:attrName>
                                        </p:attrNameLst>
                                      </p:cBhvr>
                                      <p:tavLst>
                                        <p:tav tm="0">
                                          <p:val>
                                            <p:strVal val="#ppt_x"/>
                                          </p:val>
                                        </p:tav>
                                        <p:tav tm="100000">
                                          <p:val>
                                            <p:strVal val="#ppt_x"/>
                                          </p:val>
                                        </p:tav>
                                      </p:tavLst>
                                    </p:anim>
                                    <p:anim calcmode="lin" valueType="num">
                                      <p:cBhvr additive="repl">
                                        <p:cTn id="391" dur="1000" fill="hold"/>
                                        <p:tgtEl>
                                          <p:spTgt spid="5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9" name="PlaceHolder 1"/>
          <p:cNvSpPr>
            <a:spLocks noGrp="1"/>
          </p:cNvSpPr>
          <p:nvPr>
            <p:ph/>
          </p:nvPr>
        </p:nvSpPr>
        <p:spPr>
          <a:xfrm>
            <a:off x="3727800" y="4641840"/>
            <a:ext cx="2139480" cy="1108440"/>
          </a:xfrm>
          <a:prstGeom prst="rect">
            <a:avLst/>
          </a:prstGeom>
          <a:noFill/>
          <a:ln w="0">
            <a:noFill/>
          </a:ln>
        </p:spPr>
        <p:txBody>
          <a:bodyPr lIns="91440" rIns="91440" tIns="45720" bIns="45720" anchor="t">
            <a:normAutofit/>
          </a:bodyPr>
          <a:p>
            <a:pPr indent="0" algn="ctr" defTabSz="457200">
              <a:lnSpc>
                <a:spcPct val="100000"/>
              </a:lnSpc>
              <a:spcBef>
                <a:spcPts val="1001"/>
              </a:spcBef>
              <a:buNone/>
              <a:tabLst>
                <a:tab algn="l" pos="0"/>
              </a:tabLst>
            </a:pPr>
            <a:r>
              <a:rPr b="0" lang="en-US" sz="1600" spc="-1" strike="noStrike">
                <a:solidFill>
                  <a:schemeClr val="dk1"/>
                </a:solidFill>
                <a:latin typeface="Trebuchet MS"/>
              </a:rPr>
              <a:t>.</a:t>
            </a:r>
            <a:endParaRPr b="0" lang="en-US" sz="1600" spc="-1" strike="noStrike">
              <a:solidFill>
                <a:schemeClr val="dk1">
                  <a:lumMod val="75000"/>
                  <a:lumOff val="25000"/>
                </a:schemeClr>
              </a:solidFill>
              <a:latin typeface="Trebuchet MS"/>
            </a:endParaRPr>
          </a:p>
        </p:txBody>
      </p:sp>
      <p:sp>
        <p:nvSpPr>
          <p:cNvPr id="530" name="Text Placeholder 28"/>
          <p:cNvSpPr/>
          <p:nvPr/>
        </p:nvSpPr>
        <p:spPr>
          <a:xfrm>
            <a:off x="878400" y="4134960"/>
            <a:ext cx="2596320" cy="45360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1" lang="en-IN" sz="2400" spc="-1" strike="noStrike">
              <a:solidFill>
                <a:schemeClr val="accent4"/>
              </a:solidFill>
              <a:latin typeface="Trebuchet MS"/>
            </a:endParaRPr>
          </a:p>
        </p:txBody>
      </p:sp>
      <p:sp>
        <p:nvSpPr>
          <p:cNvPr id="531" name="Text Placeholder 28"/>
          <p:cNvSpPr/>
          <p:nvPr/>
        </p:nvSpPr>
        <p:spPr>
          <a:xfrm>
            <a:off x="5353560" y="3962520"/>
            <a:ext cx="2596320" cy="45360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1" lang="en-IN" sz="2200" spc="-1" strike="noStrike">
              <a:solidFill>
                <a:schemeClr val="accent4"/>
              </a:solidFill>
              <a:latin typeface="Trebuchet MS"/>
            </a:endParaRPr>
          </a:p>
        </p:txBody>
      </p:sp>
      <p:sp>
        <p:nvSpPr>
          <p:cNvPr id="532" name="Text Placeholder 28"/>
          <p:cNvSpPr/>
          <p:nvPr/>
        </p:nvSpPr>
        <p:spPr>
          <a:xfrm>
            <a:off x="7789320" y="3962520"/>
            <a:ext cx="2596320" cy="45360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1" lang="en-IN" sz="2200" spc="-1" strike="noStrike">
              <a:solidFill>
                <a:schemeClr val="accent4"/>
              </a:solidFill>
              <a:latin typeface="Trebuchet MS"/>
            </a:endParaRPr>
          </a:p>
        </p:txBody>
      </p:sp>
      <p:sp>
        <p:nvSpPr>
          <p:cNvPr id="533" name="Text Placeholder 30"/>
          <p:cNvSpPr/>
          <p:nvPr/>
        </p:nvSpPr>
        <p:spPr>
          <a:xfrm>
            <a:off x="6095880" y="4641840"/>
            <a:ext cx="2139480" cy="11084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endParaRPr b="0" lang="en-GB" sz="1600" spc="-1" strike="noStrike">
              <a:solidFill>
                <a:schemeClr val="dk1"/>
              </a:solidFill>
              <a:latin typeface="Trebuchet MS"/>
            </a:endParaRPr>
          </a:p>
        </p:txBody>
      </p:sp>
      <p:sp>
        <p:nvSpPr>
          <p:cNvPr id="534" name="Text Placeholder 30"/>
          <p:cNvSpPr/>
          <p:nvPr/>
        </p:nvSpPr>
        <p:spPr>
          <a:xfrm>
            <a:off x="8591400" y="4641840"/>
            <a:ext cx="2139480" cy="1108440"/>
          </a:xfrm>
          <a:prstGeom prst="rect">
            <a:avLst/>
          </a:prstGeom>
          <a:noFill/>
          <a:ln w="0">
            <a:noFill/>
          </a:ln>
        </p:spPr>
        <p:style>
          <a:lnRef idx="0"/>
          <a:fillRef idx="0"/>
          <a:effectRef idx="0"/>
          <a:fontRef idx="minor"/>
        </p:style>
        <p:txBody>
          <a:bodyPr anchor="t">
            <a:normAutofit/>
          </a:bodyPr>
          <a:p>
            <a:pPr algn="ctr" defTabSz="457200">
              <a:lnSpc>
                <a:spcPct val="100000"/>
              </a:lnSpc>
              <a:spcBef>
                <a:spcPts val="1001"/>
              </a:spcBef>
              <a:tabLst>
                <a:tab algn="l" pos="0"/>
              </a:tabLst>
            </a:pPr>
            <a:r>
              <a:rPr b="0" lang="en-GB" sz="1600" spc="-1" strike="noStrike">
                <a:solidFill>
                  <a:schemeClr val="dk1"/>
                </a:solidFill>
                <a:latin typeface="Trebuchet MS"/>
              </a:rPr>
              <a:t>.</a:t>
            </a:r>
            <a:endParaRPr b="0" lang="en-IN" sz="1600" spc="-1" strike="noStrike">
              <a:solidFill>
                <a:srgbClr val="000000"/>
              </a:solidFill>
              <a:latin typeface="Arial"/>
            </a:endParaRPr>
          </a:p>
        </p:txBody>
      </p:sp>
      <p:pic>
        <p:nvPicPr>
          <p:cNvPr id="535" name="Picture 14" descr=""/>
          <p:cNvPicPr/>
          <p:nvPr/>
        </p:nvPicPr>
        <p:blipFill>
          <a:blip r:embed="rId1"/>
          <a:srcRect l="0" t="96179" r="0" b="0"/>
          <a:stretch/>
        </p:blipFill>
        <p:spPr>
          <a:xfrm>
            <a:off x="676080" y="6472080"/>
            <a:ext cx="2142720" cy="192600"/>
          </a:xfrm>
          <a:prstGeom prst="rect">
            <a:avLst/>
          </a:prstGeom>
          <a:ln w="0">
            <a:noFill/>
          </a:ln>
        </p:spPr>
      </p:pic>
      <p:sp>
        <p:nvSpPr>
          <p:cNvPr id="536" name=""/>
          <p:cNvSpPr txBox="1"/>
          <p:nvPr/>
        </p:nvSpPr>
        <p:spPr>
          <a:xfrm>
            <a:off x="3153600" y="2800440"/>
            <a:ext cx="3146400" cy="799560"/>
          </a:xfrm>
          <a:prstGeom prst="rect">
            <a:avLst/>
          </a:prstGeom>
          <a:noFill/>
          <a:ln w="0">
            <a:noFill/>
          </a:ln>
        </p:spPr>
        <p:txBody>
          <a:bodyPr lIns="90000" rIns="90000" tIns="45000" bIns="45000" anchor="t">
            <a:noAutofit/>
          </a:bodyPr>
          <a:p>
            <a:r>
              <a:rPr b="1" lang="en-US" sz="4800" spc="-1" strike="noStrike">
                <a:solidFill>
                  <a:schemeClr val="dk1"/>
                </a:solidFill>
                <a:latin typeface="Trebuchet MS"/>
              </a:rPr>
              <a:t>Thank you</a:t>
            </a:r>
            <a:endParaRPr b="0" lang="en-IN" sz="4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392" dur="indefinite" restart="never" nodeType="tmRoot">
          <p:childTnLst>
            <p:seq>
              <p:cTn id="393" dur="indefinite" nodeType="mainSeq">
                <p:childTnLst>
                  <p:par>
                    <p:cTn id="394" fill="hold">
                      <p:stCondLst>
                        <p:cond delay="indefinite"/>
                      </p:stCondLst>
                      <p:childTnLst>
                        <p:par>
                          <p:cTn id="395" fill="hold">
                            <p:stCondLst>
                              <p:cond delay="0"/>
                            </p:stCondLst>
                            <p:childTnLst>
                              <p:par>
                                <p:cTn id="396" nodeType="clickEffect" fill="hold" presetClass="entr" presetID="12" presetSubtype="4">
                                  <p:stCondLst>
                                    <p:cond delay="0"/>
                                  </p:stCondLst>
                                  <p:endCondLst>
                                    <p:cond delay="0" evt="begin">
                                      <p:tn val="396"/>
                                    </p:cond>
                                  </p:endCondLst>
                                  <p:childTnLst>
                                    <p:set>
                                      <p:cBhvr>
                                        <p:cTn id="397" dur="1" fill="hold">
                                          <p:stCondLst>
                                            <p:cond delay="0"/>
                                          </p:stCondLst>
                                        </p:cTn>
                                        <p:tgtEl>
                                          <p:spTgt spid="530"/>
                                        </p:tgtEl>
                                        <p:attrNameLst>
                                          <p:attrName>style.visibility</p:attrName>
                                        </p:attrNameLst>
                                      </p:cBhvr>
                                      <p:to>
                                        <p:strVal val="visible"/>
                                      </p:to>
                                    </p:set>
                                    <p:anim calcmode="lin" valueType="num">
                                      <p:cBhvr additive="repl">
                                        <p:cTn id="398" dur="500"/>
                                        <p:tgtEl>
                                          <p:spTgt spid="530"/>
                                        </p:tgtEl>
                                        <p:attrNameLst>
                                          <p:attrName>ppt_y</p:attrName>
                                        </p:attrNameLst>
                                      </p:cBhvr>
                                      <p:tavLst>
                                        <p:tav tm="0">
                                          <p:val>
                                            <p:strVal val="#ppt_y+#ppt_h*1.125000"/>
                                          </p:val>
                                        </p:tav>
                                        <p:tav tm="100000">
                                          <p:val>
                                            <p:strVal val="#ppt_y"/>
                                          </p:val>
                                        </p:tav>
                                      </p:tavLst>
                                    </p:anim>
                                    <p:animEffect filter="wipe(up)" transition="in">
                                      <p:cBhvr additive="repl">
                                        <p:cTn id="399" dur="500"/>
                                        <p:tgtEl>
                                          <p:spTgt spid="530"/>
                                        </p:tgtEl>
                                      </p:cBhvr>
                                    </p:animEffect>
                                  </p:childTnLst>
                                </p:cTn>
                              </p:par>
                            </p:childTnLst>
                          </p:cTn>
                        </p:par>
                      </p:childTnLst>
                    </p:cTn>
                  </p:par>
                  <p:par>
                    <p:cTn id="400" fill="hold">
                      <p:stCondLst>
                        <p:cond delay="indefinite"/>
                      </p:stCondLst>
                      <p:childTnLst>
                        <p:par>
                          <p:cTn id="401" fill="hold">
                            <p:stCondLst>
                              <p:cond delay="0"/>
                            </p:stCondLst>
                            <p:childTnLst>
                              <p:par>
                                <p:cTn id="402" nodeType="clickEffect" fill="hold" presetClass="entr" presetID="12" presetSubtype="4">
                                  <p:stCondLst>
                                    <p:cond delay="0"/>
                                  </p:stCondLst>
                                  <p:childTnLst>
                                    <p:set>
                                      <p:cBhvr>
                                        <p:cTn id="403" dur="1" fill="hold">
                                          <p:stCondLst>
                                            <p:cond delay="0"/>
                                          </p:stCondLst>
                                        </p:cTn>
                                        <p:tgtEl>
                                          <p:spTgt spid="529">
                                            <p:txEl>
                                              <p:pRg st="0" end="0"/>
                                            </p:txEl>
                                          </p:spTgt>
                                        </p:tgtEl>
                                        <p:attrNameLst>
                                          <p:attrName>style.visibility</p:attrName>
                                        </p:attrNameLst>
                                      </p:cBhvr>
                                      <p:to>
                                        <p:strVal val="visible"/>
                                      </p:to>
                                    </p:set>
                                    <p:anim calcmode="lin" valueType="num">
                                      <p:cBhvr additive="repl">
                                        <p:cTn id="404" dur="500"/>
                                        <p:tgtEl>
                                          <p:spTgt spid="529">
                                            <p:txEl>
                                              <p:pRg st="0" end="0"/>
                                            </p:txEl>
                                          </p:spTgt>
                                        </p:tgtEl>
                                        <p:attrNameLst>
                                          <p:attrName>ppt_y</p:attrName>
                                        </p:attrNameLst>
                                      </p:cBhvr>
                                      <p:tavLst>
                                        <p:tav tm="0">
                                          <p:val>
                                            <p:strVal val="#ppt_y+#ppt_h*1.125000"/>
                                          </p:val>
                                        </p:tav>
                                        <p:tav tm="100000">
                                          <p:val>
                                            <p:strVal val="#ppt_y"/>
                                          </p:val>
                                        </p:tav>
                                      </p:tavLst>
                                    </p:anim>
                                    <p:animEffect filter="wipe(up)" transition="in">
                                      <p:cBhvr additive="repl">
                                        <p:cTn id="405" dur="500"/>
                                        <p:tgtEl>
                                          <p:spTgt spid="529">
                                            <p:txEl>
                                              <p:pRg st="0" end="0"/>
                                            </p:txEl>
                                          </p:spTgt>
                                        </p:tgtEl>
                                      </p:cBhvr>
                                    </p:animEffect>
                                  </p:childTnLst>
                                </p:cTn>
                              </p:par>
                            </p:childTnLst>
                          </p:cTn>
                        </p:par>
                      </p:childTnLst>
                    </p:cTn>
                  </p:par>
                  <p:par>
                    <p:cTn id="406" fill="hold">
                      <p:stCondLst>
                        <p:cond delay="indefinite"/>
                      </p:stCondLst>
                      <p:childTnLst>
                        <p:par>
                          <p:cTn id="407" fill="hold">
                            <p:stCondLst>
                              <p:cond delay="0"/>
                            </p:stCondLst>
                            <p:childTnLst>
                              <p:par>
                                <p:cTn id="408" nodeType="clickEffect" fill="hold" presetClass="entr" presetID="12" presetSubtype="4">
                                  <p:stCondLst>
                                    <p:cond delay="0"/>
                                  </p:stCondLst>
                                  <p:endCondLst>
                                    <p:cond delay="0" evt="begin">
                                      <p:tn val="408"/>
                                    </p:cond>
                                  </p:endCondLst>
                                  <p:childTnLst>
                                    <p:set>
                                      <p:cBhvr>
                                        <p:cTn id="409" dur="1" fill="hold">
                                          <p:stCondLst>
                                            <p:cond delay="0"/>
                                          </p:stCondLst>
                                        </p:cTn>
                                        <p:tgtEl>
                                          <p:spTgt spid="531"/>
                                        </p:tgtEl>
                                        <p:attrNameLst>
                                          <p:attrName>style.visibility</p:attrName>
                                        </p:attrNameLst>
                                      </p:cBhvr>
                                      <p:to>
                                        <p:strVal val="visible"/>
                                      </p:to>
                                    </p:set>
                                    <p:anim calcmode="lin" valueType="num">
                                      <p:cBhvr additive="repl">
                                        <p:cTn id="410" dur="500"/>
                                        <p:tgtEl>
                                          <p:spTgt spid="531"/>
                                        </p:tgtEl>
                                        <p:attrNameLst>
                                          <p:attrName>ppt_y</p:attrName>
                                        </p:attrNameLst>
                                      </p:cBhvr>
                                      <p:tavLst>
                                        <p:tav tm="0">
                                          <p:val>
                                            <p:strVal val="#ppt_y+#ppt_h*1.125000"/>
                                          </p:val>
                                        </p:tav>
                                        <p:tav tm="100000">
                                          <p:val>
                                            <p:strVal val="#ppt_y"/>
                                          </p:val>
                                        </p:tav>
                                      </p:tavLst>
                                    </p:anim>
                                    <p:animEffect filter="wipe(up)" transition="in">
                                      <p:cBhvr additive="repl">
                                        <p:cTn id="411" dur="500"/>
                                        <p:tgtEl>
                                          <p:spTgt spid="531"/>
                                        </p:tgtEl>
                                      </p:cBhvr>
                                    </p:animEffect>
                                  </p:childTnLst>
                                </p:cTn>
                              </p:par>
                            </p:childTnLst>
                          </p:cTn>
                        </p:par>
                      </p:childTnLst>
                    </p:cTn>
                  </p:par>
                  <p:par>
                    <p:cTn id="412" fill="hold">
                      <p:stCondLst>
                        <p:cond delay="indefinite"/>
                      </p:stCondLst>
                      <p:childTnLst>
                        <p:par>
                          <p:cTn id="413" fill="hold">
                            <p:stCondLst>
                              <p:cond delay="0"/>
                            </p:stCondLst>
                            <p:childTnLst>
                              <p:par>
                                <p:cTn id="414" nodeType="clickEffect" fill="hold" presetClass="entr" presetID="12" presetSubtype="4">
                                  <p:stCondLst>
                                    <p:cond delay="0"/>
                                  </p:stCondLst>
                                  <p:endCondLst>
                                    <p:cond delay="0" evt="begin">
                                      <p:tn val="414"/>
                                    </p:cond>
                                  </p:endCondLst>
                                  <p:childTnLst>
                                    <p:set>
                                      <p:cBhvr>
                                        <p:cTn id="415" dur="1" fill="hold">
                                          <p:stCondLst>
                                            <p:cond delay="0"/>
                                          </p:stCondLst>
                                        </p:cTn>
                                        <p:tgtEl>
                                          <p:spTgt spid="533"/>
                                        </p:tgtEl>
                                        <p:attrNameLst>
                                          <p:attrName>style.visibility</p:attrName>
                                        </p:attrNameLst>
                                      </p:cBhvr>
                                      <p:to>
                                        <p:strVal val="visible"/>
                                      </p:to>
                                    </p:set>
                                    <p:anim calcmode="lin" valueType="num">
                                      <p:cBhvr additive="repl">
                                        <p:cTn id="416" dur="500"/>
                                        <p:tgtEl>
                                          <p:spTgt spid="533"/>
                                        </p:tgtEl>
                                        <p:attrNameLst>
                                          <p:attrName>ppt_y</p:attrName>
                                        </p:attrNameLst>
                                      </p:cBhvr>
                                      <p:tavLst>
                                        <p:tav tm="0">
                                          <p:val>
                                            <p:strVal val="#ppt_y+#ppt_h*1.125000"/>
                                          </p:val>
                                        </p:tav>
                                        <p:tav tm="100000">
                                          <p:val>
                                            <p:strVal val="#ppt_y"/>
                                          </p:val>
                                        </p:tav>
                                      </p:tavLst>
                                    </p:anim>
                                    <p:animEffect filter="wipe(up)" transition="in">
                                      <p:cBhvr additive="repl">
                                        <p:cTn id="417" dur="500"/>
                                        <p:tgtEl>
                                          <p:spTgt spid="533"/>
                                        </p:tgtEl>
                                      </p:cBhvr>
                                    </p:animEffect>
                                  </p:childTnLst>
                                </p:cTn>
                              </p:par>
                            </p:childTnLst>
                          </p:cTn>
                        </p:par>
                      </p:childTnLst>
                    </p:cTn>
                  </p:par>
                  <p:par>
                    <p:cTn id="418" fill="hold">
                      <p:stCondLst>
                        <p:cond delay="indefinite"/>
                      </p:stCondLst>
                      <p:childTnLst>
                        <p:par>
                          <p:cTn id="419" fill="hold">
                            <p:stCondLst>
                              <p:cond delay="0"/>
                            </p:stCondLst>
                            <p:childTnLst>
                              <p:par>
                                <p:cTn id="420" nodeType="clickEffect" fill="hold" presetClass="entr" presetID="12" presetSubtype="4">
                                  <p:stCondLst>
                                    <p:cond delay="0"/>
                                  </p:stCondLst>
                                  <p:endCondLst>
                                    <p:cond delay="0" evt="begin">
                                      <p:tn val="420"/>
                                    </p:cond>
                                  </p:endCondLst>
                                  <p:childTnLst>
                                    <p:set>
                                      <p:cBhvr>
                                        <p:cTn id="421" dur="1" fill="hold">
                                          <p:stCondLst>
                                            <p:cond delay="0"/>
                                          </p:stCondLst>
                                        </p:cTn>
                                        <p:tgtEl>
                                          <p:spTgt spid="532"/>
                                        </p:tgtEl>
                                        <p:attrNameLst>
                                          <p:attrName>style.visibility</p:attrName>
                                        </p:attrNameLst>
                                      </p:cBhvr>
                                      <p:to>
                                        <p:strVal val="visible"/>
                                      </p:to>
                                    </p:set>
                                    <p:anim calcmode="lin" valueType="num">
                                      <p:cBhvr additive="repl">
                                        <p:cTn id="422" dur="500"/>
                                        <p:tgtEl>
                                          <p:spTgt spid="532"/>
                                        </p:tgtEl>
                                        <p:attrNameLst>
                                          <p:attrName>ppt_y</p:attrName>
                                        </p:attrNameLst>
                                      </p:cBhvr>
                                      <p:tavLst>
                                        <p:tav tm="0">
                                          <p:val>
                                            <p:strVal val="#ppt_y+#ppt_h*1.125000"/>
                                          </p:val>
                                        </p:tav>
                                        <p:tav tm="100000">
                                          <p:val>
                                            <p:strVal val="#ppt_y"/>
                                          </p:val>
                                        </p:tav>
                                      </p:tavLst>
                                    </p:anim>
                                    <p:animEffect filter="wipe(up)" transition="in">
                                      <p:cBhvr additive="repl">
                                        <p:cTn id="423" dur="500"/>
                                        <p:tgtEl>
                                          <p:spTgt spid="532"/>
                                        </p:tgtEl>
                                      </p:cBhvr>
                                    </p:animEffect>
                                  </p:childTnLst>
                                </p:cTn>
                              </p:par>
                            </p:childTnLst>
                          </p:cTn>
                        </p:par>
                      </p:childTnLst>
                    </p:cTn>
                  </p:par>
                  <p:par>
                    <p:cTn id="424" fill="hold">
                      <p:stCondLst>
                        <p:cond delay="indefinite"/>
                      </p:stCondLst>
                      <p:childTnLst>
                        <p:par>
                          <p:cTn id="425" fill="hold">
                            <p:stCondLst>
                              <p:cond delay="0"/>
                            </p:stCondLst>
                            <p:childTnLst>
                              <p:par>
                                <p:cTn id="426" nodeType="clickEffect" fill="hold" presetClass="entr" presetID="12" presetSubtype="4">
                                  <p:stCondLst>
                                    <p:cond delay="0"/>
                                  </p:stCondLst>
                                  <p:childTnLst>
                                    <p:set>
                                      <p:cBhvr>
                                        <p:cTn id="427" dur="1" fill="hold">
                                          <p:stCondLst>
                                            <p:cond delay="0"/>
                                          </p:stCondLst>
                                        </p:cTn>
                                        <p:tgtEl>
                                          <p:spTgt spid="534"/>
                                        </p:tgtEl>
                                        <p:attrNameLst>
                                          <p:attrName>style.visibility</p:attrName>
                                        </p:attrNameLst>
                                      </p:cBhvr>
                                      <p:to>
                                        <p:strVal val="visible"/>
                                      </p:to>
                                    </p:set>
                                    <p:anim calcmode="lin" valueType="num">
                                      <p:cBhvr additive="repl">
                                        <p:cTn id="428" dur="500"/>
                                        <p:tgtEl>
                                          <p:spTgt spid="534"/>
                                        </p:tgtEl>
                                        <p:attrNameLst>
                                          <p:attrName>ppt_y</p:attrName>
                                        </p:attrNameLst>
                                      </p:cBhvr>
                                      <p:tavLst>
                                        <p:tav tm="0">
                                          <p:val>
                                            <p:strVal val="#ppt_y+#ppt_h*1.125000"/>
                                          </p:val>
                                        </p:tav>
                                        <p:tav tm="100000">
                                          <p:val>
                                            <p:strVal val="#ppt_y"/>
                                          </p:val>
                                        </p:tav>
                                      </p:tavLst>
                                    </p:anim>
                                    <p:animEffect filter="wipe(up)" transition="in">
                                      <p:cBhvr additive="repl">
                                        <p:cTn id="429" dur="500"/>
                                        <p:tgtEl>
                                          <p:spTgt spid="53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3.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4.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5.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6.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7.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8.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9.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4.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5.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6.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7.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8.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9.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0.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pitchFamily="0" charset="1"/>
        <a:ea typeface=""/>
        <a:cs typeface=""/>
      </a:majorFont>
      <a:minorFont>
        <a:latin typeface="Trebuchet MS" panose="020B0603020202020204"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1467</TotalTime>
  <Application>Bree_Office/1.0.0.0$Windows_X86_64 LibreOffice_project/</Application>
  <AppVersion>15.0000</AppVersion>
  <Words>202</Words>
  <Paragraphs>26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2021-07-11T13:13:15Z</dcterms:created>
  <dc:creator>Venkataswamy</dc:creator>
  <dc:description/>
  <dc:language>en-IN</dc:language>
  <cp:lastModifiedBy/>
  <dcterms:modified xsi:type="dcterms:W3CDTF">2026-09-10T01:12:13Z</dcterms:modified>
  <cp:revision>101</cp:revision>
  <dc:subject/>
  <dc:title>MASKED HUNTERS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Notes">
    <vt:i4>1</vt:i4>
  </property>
  <property fmtid="{D5CDD505-2E9C-101B-9397-08002B2CF9AE}" pid="4" name="PresentationFormat">
    <vt:lpwstr>Widescreen</vt:lpwstr>
  </property>
  <property fmtid="{D5CDD505-2E9C-101B-9397-08002B2CF9AE}" pid="5" name="Slides">
    <vt:i4>14</vt:i4>
  </property>
</Properties>
</file>